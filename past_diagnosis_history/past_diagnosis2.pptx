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87" r:id="rId1"/>
    <p:sldMasterId id="2147483700" r:id="rId2"/>
  </p:sldMasterIdLst>
  <p:notesMasterIdLst>
    <p:notesMasterId r:id="rId31"/>
  </p:notesMasterIdLst>
  <p:handoutMasterIdLst>
    <p:handoutMasterId r:id="rId32"/>
  </p:handoutMasterIdLst>
  <p:sldIdLst>
    <p:sldId id="259" r:id="rId3"/>
    <p:sldId id="344" r:id="rId4"/>
    <p:sldId id="262" r:id="rId5"/>
    <p:sldId id="362" r:id="rId6"/>
    <p:sldId id="1043" r:id="rId7"/>
    <p:sldId id="1044" r:id="rId8"/>
    <p:sldId id="479" r:id="rId9"/>
    <p:sldId id="365" r:id="rId10"/>
    <p:sldId id="522" r:id="rId11"/>
    <p:sldId id="1041" r:id="rId12"/>
    <p:sldId id="1042" r:id="rId13"/>
    <p:sldId id="1145" r:id="rId14"/>
    <p:sldId id="1135" r:id="rId15"/>
    <p:sldId id="1137" r:id="rId16"/>
    <p:sldId id="384" r:id="rId17"/>
    <p:sldId id="1140" r:id="rId18"/>
    <p:sldId id="540" r:id="rId19"/>
    <p:sldId id="564" r:id="rId20"/>
    <p:sldId id="1178" r:id="rId21"/>
    <p:sldId id="571" r:id="rId22"/>
    <p:sldId id="573" r:id="rId23"/>
    <p:sldId id="575" r:id="rId24"/>
    <p:sldId id="1198" r:id="rId25"/>
    <p:sldId id="1183" r:id="rId26"/>
    <p:sldId id="615" r:id="rId27"/>
    <p:sldId id="1197" r:id="rId28"/>
    <p:sldId id="1196" r:id="rId29"/>
    <p:sldId id="488" r:id="rId30"/>
  </p:sldIdLst>
  <p:sldSz cx="9906000" cy="6858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72217F3-4C96-475D-9D19-F9D7188355C9}">
          <p14:sldIdLst>
            <p14:sldId id="259"/>
            <p14:sldId id="344"/>
          </p14:sldIdLst>
        </p14:section>
        <p14:section name="개요" id="{A3B9DA6D-75BD-4B17-A0FC-59DED6E9F45A}">
          <p14:sldIdLst>
            <p14:sldId id="262"/>
            <p14:sldId id="362"/>
            <p14:sldId id="1043"/>
            <p14:sldId id="1044"/>
            <p14:sldId id="479"/>
          </p14:sldIdLst>
        </p14:section>
        <p14:section name="진단 결과 요약" id="{85BA93E5-6E72-4177-A141-A61FBB8E3DB2}">
          <p14:sldIdLst>
            <p14:sldId id="365"/>
          </p14:sldIdLst>
        </p14:section>
        <p14:section name="공통" id="{ACBAF002-883C-44D8-83AA-0B33BECDA6F0}">
          <p14:sldIdLst>
            <p14:sldId id="522"/>
            <p14:sldId id="1041"/>
            <p14:sldId id="1042"/>
            <p14:sldId id="1145"/>
            <p14:sldId id="1135"/>
            <p14:sldId id="1137"/>
          </p14:sldIdLst>
        </p14:section>
        <p14:section name="메인" id="{BD103C10-927D-4FF0-AA96-CDE9495A151E}">
          <p14:sldIdLst>
            <p14:sldId id="384"/>
          </p14:sldIdLst>
        </p14:section>
        <p14:section name="소유자(실질주주)정보 &gt; e서비스" id="{D5E4CCB6-6B23-42E8-A571-EFE314F09A13}">
          <p14:sldIdLst>
            <p14:sldId id="1140"/>
          </p14:sldIdLst>
        </p14:section>
        <p14:section name="서비스개관 &gt; KSD서비스 &gt; 서비스안내" id="{01B5E271-0A5C-4161-8AD4-3308849F1CFC}">
          <p14:sldIdLst/>
        </p14:section>
        <p14:section name="발행등록 &gt; 발행시장지원 &gt; 서비스안내" id="{E2158328-4E9D-4443-9766-3BAD365B2C71}">
          <p14:sldIdLst/>
        </p14:section>
        <p14:section name="유통등록 &gt; 유통시장지원 &gt; 서비스안내" id="{BC963BF3-DC5E-4DEB-9457-8740E5F2D6AD}">
          <p14:sldIdLst/>
        </p14:section>
        <p14:section name="증권 등 예탁 &gt; 유통시장지원 &gt; 서비스안내" id="{89424AB6-D0A8-4054-8170-A184F68518FB}">
          <p14:sldIdLst/>
        </p14:section>
        <p14:section name="의무보유등록/보호예수 &gt; 유통시장지원 &gt; 서비스안내" id="{C7EC0A5B-2868-477F-AE04-2E353D14F40A}">
          <p14:sldIdLst/>
        </p14:section>
        <p14:section name="청산결제 &gt; 유통시장지원 &gt; 서비스안내" id="{FD8D280C-58D5-4D1E-A9D3-B7AECCCF0BEE}">
          <p14:sldIdLst/>
        </p14:section>
        <p14:section name="권리관리 &gt; 유통시장지원 &gt; 서비스안내" id="{69482249-7507-4E7B-B093-5B5DD981A73A}">
          <p14:sldIdLst>
            <p14:sldId id="540"/>
          </p14:sldIdLst>
        </p14:section>
        <p14:section name="증권정보관리 &gt; 유통시장지원 &gt; 서비스안내" id="{77BE2FD4-708D-4C15-8972-AD48E3C27905}">
          <p14:sldIdLst/>
        </p14:section>
        <p14:section name="LEI &gt; 유통시장지원 &gt; 서비스안내" id="{389C9F8D-81C1-40F1-A78B-7F2A01881F1B}">
          <p14:sldIdLst/>
        </p14:section>
        <p14:section name="위변조 등 사고증권 &gt; 유통시장지원 &gt; 서비스안내" id="{27E34E27-5039-4509-ABA8-50A1900508A9}">
          <p14:sldIdLst/>
        </p14:section>
        <p14:section name="집합투자 &gt; 자산운용시장지원&gt; 서비스안내" id="{C8EBD6E7-967D-493C-B0D6-F6FD0A496396}">
          <p14:sldIdLst/>
        </p14:section>
        <p14:section name="자산관리지원 플랫폼 &gt; 자산운용시장지원&gt; 서비스안내" id="{441EC11C-5271-4847-B4CC-3516EA519FB4}">
          <p14:sldIdLst/>
        </p14:section>
        <p14:section name="펀드사무관리 &gt; 자산운용시장지원&gt; 서비스안내" id="{A30FAE40-9363-4079-BC53-AA80B7E66DB5}">
          <p14:sldIdLst/>
        </p14:section>
        <p14:section name="글로벌예탁결제 &gt; 글로벌서비스 &gt; 서비스안내" id="{866121A2-3A23-4B09-BFAE-6B4600445940}">
          <p14:sldIdLst/>
        </p14:section>
        <p14:section name="글로벌금융 &gt; 글로벌서비스 &gt; 서비스안내" id="{E1224211-367B-48F3-A9A6-B26D4BCB5986}">
          <p14:sldIdLst/>
        </p14:section>
        <p14:section name="증권대차 &gt; 증권파이낸싱 &gt; 서비스안내" id="{334E123A-8F18-4E8B-BD0D-C9B3A3CEE91E}">
          <p14:sldIdLst/>
        </p14:section>
        <p14:section name="담보관리 &gt; 증권파이낸싱 &gt; 서비스안내" id="{72490CBE-C04E-49D5-A9B3-7B88CBDDA6DD}">
          <p14:sldIdLst/>
        </p14:section>
        <p14:section name="Repo &gt; 증권파이낸싱 &gt; 서비스안내" id="{ED89521D-CE93-423C-B997-177C2BF6F191}">
          <p14:sldIdLst/>
        </p14:section>
        <p14:section name="고객응대서비스 이행표준 &gt; 서비스이행표준 &gt; 고객센터" id="{1D9B1D3D-3996-4A94-97F6-033FF0A89868}">
          <p14:sldIdLst/>
        </p14:section>
        <p14:section name="개인정보보호 &gt; 고객센터" id="{8CEF8C7B-B6C3-4E16-95AA-3F5ED0C4EF04}">
          <p14:sldIdLst>
            <p14:sldId id="564"/>
          </p14:sldIdLst>
        </p14:section>
        <p14:section name="서비스 해설자료 &gt; 이용안내 &gt; 고객센터" id="{95EBA113-E75B-49DA-BE89-A99F5C346E13}">
          <p14:sldIdLst>
            <p14:sldId id="1178"/>
          </p14:sldIdLst>
        </p14:section>
        <p14:section name="브라우저 인증서 &gt; 이용안내 &gt; 고객센터" id="{DB1C10FF-5C2B-45F7-9C65-EDFA13F4622C}">
          <p14:sldIdLst>
            <p14:sldId id="571"/>
          </p14:sldIdLst>
        </p14:section>
        <p14:section name="Q&amp;A &gt; 문의 및 제안 &gt; 고객센터" id="{1772C68D-FC52-42E9-A605-A73E99190B65}">
          <p14:sldIdLst>
            <p14:sldId id="573"/>
            <p14:sldId id="575"/>
          </p14:sldIdLst>
        </p14:section>
        <p14:section name="고객연수/일반연수 &gt; 고객센터" id="{D9BEA0E1-8574-429A-BD94-46DD345C2E04}">
          <p14:sldIdLst>
            <p14:sldId id="1198"/>
          </p14:sldIdLst>
        </p14:section>
        <p14:section name="금융규제개혁 &gt; 기타정보제공 &gt; 정보공개" id="{615BADCC-0B53-436B-8CE4-4328B2DD2A6C}">
          <p14:sldIdLst>
            <p14:sldId id="1183"/>
          </p14:sldIdLst>
        </p14:section>
        <p14:section name="윤리경영 활동 &gt; 윤리경영 &gt; 사회적가치" id="{3D205695-6059-44A2-B717-ABD7A937986E}">
          <p14:sldIdLst/>
        </p14:section>
        <p14:section name="공익신고 &gt; 윤리경영 &gt; 사회적가치" id="{28616D87-E656-478B-9FD0-15143D20B9A1}">
          <p14:sldIdLst/>
        </p14:section>
        <p14:section name="이해관계자 커뮤니케이션 &gt; 지속가능경영 &gt; 사회적가치" id="{5480CC6F-3AFE-4D42-85B1-EB227CE86088}">
          <p14:sldIdLst/>
        </p14:section>
        <p14:section name="CI &gt; KSD안내 &gt; KSD소개" id="{30F40610-56AE-465B-B19D-ED25F4EA1CF3}">
          <p14:sldIdLst/>
        </p14:section>
        <p14:section name="미션/비전 &gt; KSD안내 &gt; KSD소개" id="{6E50A23B-0EDC-4F2E-BE84-8B9FE7B3055E}">
          <p14:sldIdLst/>
        </p14:section>
        <p14:section name="주요동정 &gt; CEO &gt; KSD소개" id="{727D284B-90B2-44EB-B090-BC68A5C2550F}">
          <p14:sldIdLst/>
        </p14:section>
        <p14:section name="일반현황 &gt; KSD경영공시 &gt; KSD소개" id="{991CA6A7-E06D-4137-8FAF-4A22487F6A5A}">
          <p14:sldIdLst/>
        </p14:section>
        <p14:section name="경영공시안내 &gt; KSD경영공시 &gt; KSD소개" id="{995B1044-BCFE-4B1B-B5B5-2C2E7FA713C0}">
          <p14:sldIdLst/>
        </p14:section>
        <p14:section name="기관운영 &gt; KSD경영공시 &gt; KSD소개" id="{00FE6333-5206-4DD8-AB3F-456CEEED2F91}">
          <p14:sldIdLst/>
        </p14:section>
        <p14:section name="주요사업 및 경영성과 &gt; KSD경영공시 &gt; KSD소개" id="{4809434C-0054-4D10-B4EE-DC712E27E42D}">
          <p14:sldIdLst/>
        </p14:section>
        <p14:section name="대내외평가 &gt; KSD경영공시 &gt; KSD소개" id="{F260E763-39B9-4B28-A29D-CA0424C733D7}">
          <p14:sldIdLst/>
        </p14:section>
        <p14:section name="정보공개 &gt; KSD경영공시 &gt; KSD소개" id="{5A4C8CC3-8C0F-4D7E-A0A4-DDDC5667F74D}">
          <p14:sldIdLst/>
        </p14:section>
        <p14:section name="안내자료 &gt; KSD홍보관 &gt; KSD소개" id="{20BD4404-6902-4808-B617-BB97FBB23F23}">
          <p14:sldIdLst>
            <p14:sldId id="615"/>
          </p14:sldIdLst>
        </p14:section>
        <p14:section name="해외협력 &gt; KSD홍보관 &gt; KSD소개" id="{8BC8FB95-FC31-4C9C-9B9C-0F1EAA3A7B37}">
          <p14:sldIdLst>
            <p14:sldId id="1197"/>
            <p14:sldId id="1196"/>
          </p14:sldIdLst>
        </p14:section>
        <p14:section name="끝 표지" id="{DF382B51-B52E-4800-AABB-5C5B2BC0BDB9}">
          <p14:sldIdLst>
            <p14:sldId id="488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EF71903-BEFA-F4C4-7053-CD2E840E46DF}" name="김명호" initials="김" userId="김명호" providerId="None"/>
  <p188:author id="{5B22A8F8-370E-605D-883D-0E92BC55AD18}" name="정지윤" initials="정" userId="S::jeongzy@snclabcorp.onmicrosoft.com::02c42eeb-3573-4fe0-87af-c4a597b73e9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m Giyeon" initials="KG" lastIdx="16" clrIdx="0">
    <p:extLst>
      <p:ext uri="{19B8F6BF-5375-455C-9EA6-DF929625EA0E}">
        <p15:presenceInfo xmlns:p15="http://schemas.microsoft.com/office/powerpoint/2012/main" userId="eae28d0ded6e689f" providerId="Windows Live"/>
      </p:ext>
    </p:extLst>
  </p:cmAuthor>
  <p:cmAuthor id="2" name="신봄" initials="신" lastIdx="1" clrIdx="1">
    <p:extLst>
      <p:ext uri="{19B8F6BF-5375-455C-9EA6-DF929625EA0E}">
        <p15:presenceInfo xmlns:p15="http://schemas.microsoft.com/office/powerpoint/2012/main" userId="S::shinbom@snclabcorp.onmicrosoft.com::e4d50489-b8a5-4737-bfbb-f3618e9113a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918BAC"/>
    <a:srgbClr val="B0ACBB"/>
    <a:srgbClr val="5E558C"/>
    <a:srgbClr val="2AA1BB"/>
    <a:srgbClr val="0EA49F"/>
    <a:srgbClr val="22A8E1"/>
    <a:srgbClr val="FC9800"/>
    <a:srgbClr val="259ACB"/>
    <a:srgbClr val="2FA7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D894AC-7E04-41DB-A3C3-482DED13BEE6}" v="694" dt="2024-01-29T05:17:33.838"/>
    <p1510:client id="{919ECAE0-964F-4DB0-8373-F74C847C1688}" v="6" dt="2024-01-29T07:48:21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4" autoAdjust="0"/>
    <p:restoredTop sz="95921" autoAdjust="0"/>
  </p:normalViewPr>
  <p:slideViewPr>
    <p:cSldViewPr showGuides="1">
      <p:cViewPr varScale="1">
        <p:scale>
          <a:sx n="113" d="100"/>
          <a:sy n="113" d="100"/>
        </p:scale>
        <p:origin x="1278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1" d="100"/>
          <a:sy n="81" d="100"/>
        </p:scale>
        <p:origin x="3138" y="8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commentAuthors" Target="commentAuthors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명호" userId="e0d603aa-548e-418b-a070-918475337925" providerId="ADAL" clId="{1DDA12F7-FD37-4684-9BE7-1491D14717BD}"/>
    <pc:docChg chg="undo custSel modSld">
      <pc:chgData name="김명호" userId="e0d603aa-548e-418b-a070-918475337925" providerId="ADAL" clId="{1DDA12F7-FD37-4684-9BE7-1491D14717BD}" dt="2024-01-25T04:42:34.845" v="23" actId="20577"/>
      <pc:docMkLst>
        <pc:docMk/>
      </pc:docMkLst>
      <pc:sldChg chg="modSp mod">
        <pc:chgData name="김명호" userId="e0d603aa-548e-418b-a070-918475337925" providerId="ADAL" clId="{1DDA12F7-FD37-4684-9BE7-1491D14717BD}" dt="2024-01-25T04:42:34.845" v="23" actId="20577"/>
        <pc:sldMkLst>
          <pc:docMk/>
          <pc:sldMk cId="3066180551" sldId="1039"/>
        </pc:sldMkLst>
        <pc:graphicFrameChg chg="modGraphic">
          <ac:chgData name="김명호" userId="e0d603aa-548e-418b-a070-918475337925" providerId="ADAL" clId="{1DDA12F7-FD37-4684-9BE7-1491D14717BD}" dt="2024-01-25T04:42:34.845" v="23" actId="20577"/>
          <ac:graphicFrameMkLst>
            <pc:docMk/>
            <pc:sldMk cId="3066180551" sldId="1039"/>
            <ac:graphicFrameMk id="3" creationId="{2EA69B9B-B0E5-CDCE-2BF0-A34BEF9E1702}"/>
          </ac:graphicFrameMkLst>
        </pc:graphicFrameChg>
      </pc:sldChg>
      <pc:sldChg chg="modSp mod">
        <pc:chgData name="김명호" userId="e0d603aa-548e-418b-a070-918475337925" providerId="ADAL" clId="{1DDA12F7-FD37-4684-9BE7-1491D14717BD}" dt="2024-01-25T04:42:18.345" v="15" actId="20577"/>
        <pc:sldMkLst>
          <pc:docMk/>
          <pc:sldMk cId="3281049538" sldId="1040"/>
        </pc:sldMkLst>
        <pc:spChg chg="mod">
          <ac:chgData name="김명호" userId="e0d603aa-548e-418b-a070-918475337925" providerId="ADAL" clId="{1DDA12F7-FD37-4684-9BE7-1491D14717BD}" dt="2024-01-25T04:42:18.345" v="15" actId="20577"/>
          <ac:spMkLst>
            <pc:docMk/>
            <pc:sldMk cId="3281049538" sldId="1040"/>
            <ac:spMk id="6" creationId="{A53606D2-C5A0-42E5-B1CF-5BBD4D5E5F90}"/>
          </ac:spMkLst>
        </pc:spChg>
      </pc:sldChg>
    </pc:docChg>
  </pc:docChgLst>
  <pc:docChgLst>
    <pc:chgData name="유예나" userId="56804d69-2be5-4f9a-85f3-71ac819806f9" providerId="ADAL" clId="{58D894AC-7E04-41DB-A3C3-482DED13BEE6}"/>
    <pc:docChg chg="undo redo custSel addSld delSld modSld sldOrd addSection delSection modSection">
      <pc:chgData name="유예나" userId="56804d69-2be5-4f9a-85f3-71ac819806f9" providerId="ADAL" clId="{58D894AC-7E04-41DB-A3C3-482DED13BEE6}" dt="2024-01-29T05:41:58.255" v="9395" actId="313"/>
      <pc:docMkLst>
        <pc:docMk/>
      </pc:docMkLst>
      <pc:sldChg chg="modSp mod">
        <pc:chgData name="유예나" userId="56804d69-2be5-4f9a-85f3-71ac819806f9" providerId="ADAL" clId="{58D894AC-7E04-41DB-A3C3-482DED13BEE6}" dt="2024-01-26T07:05:12.309" v="7825" actId="20577"/>
        <pc:sldMkLst>
          <pc:docMk/>
          <pc:sldMk cId="1687266130" sldId="362"/>
        </pc:sldMkLst>
        <pc:spChg chg="mod">
          <ac:chgData name="유예나" userId="56804d69-2be5-4f9a-85f3-71ac819806f9" providerId="ADAL" clId="{58D894AC-7E04-41DB-A3C3-482DED13BEE6}" dt="2024-01-25T05:04:22.344" v="673" actId="2711"/>
          <ac:spMkLst>
            <pc:docMk/>
            <pc:sldMk cId="1687266130" sldId="362"/>
            <ac:spMk id="5" creationId="{13DA834D-A0F8-47B9-A105-974E6446F82A}"/>
          </ac:spMkLst>
        </pc:spChg>
        <pc:spChg chg="mod">
          <ac:chgData name="유예나" userId="56804d69-2be5-4f9a-85f3-71ac819806f9" providerId="ADAL" clId="{58D894AC-7E04-41DB-A3C3-482DED13BEE6}" dt="2024-01-25T05:04:22.344" v="673" actId="2711"/>
          <ac:spMkLst>
            <pc:docMk/>
            <pc:sldMk cId="1687266130" sldId="362"/>
            <ac:spMk id="6" creationId="{DEC948E3-FBF5-45EE-B6C5-B3EBDB6CD957}"/>
          </ac:spMkLst>
        </pc:spChg>
        <pc:spChg chg="mod">
          <ac:chgData name="유예나" userId="56804d69-2be5-4f9a-85f3-71ac819806f9" providerId="ADAL" clId="{58D894AC-7E04-41DB-A3C3-482DED13BEE6}" dt="2024-01-25T05:04:22.344" v="673" actId="2711"/>
          <ac:spMkLst>
            <pc:docMk/>
            <pc:sldMk cId="1687266130" sldId="362"/>
            <ac:spMk id="13" creationId="{5B18CB72-C004-4346-9B0D-5FDA942AA976}"/>
          </ac:spMkLst>
        </pc:spChg>
        <pc:spChg chg="mod">
          <ac:chgData name="유예나" userId="56804d69-2be5-4f9a-85f3-71ac819806f9" providerId="ADAL" clId="{58D894AC-7E04-41DB-A3C3-482DED13BEE6}" dt="2024-01-25T05:04:22.344" v="673" actId="2711"/>
          <ac:spMkLst>
            <pc:docMk/>
            <pc:sldMk cId="1687266130" sldId="362"/>
            <ac:spMk id="14" creationId="{AC0EA6BA-269A-4339-8AB9-56B4F2376738}"/>
          </ac:spMkLst>
        </pc:spChg>
        <pc:spChg chg="mod">
          <ac:chgData name="유예나" userId="56804d69-2be5-4f9a-85f3-71ac819806f9" providerId="ADAL" clId="{58D894AC-7E04-41DB-A3C3-482DED13BEE6}" dt="2024-01-25T05:04:40.581" v="676" actId="20577"/>
          <ac:spMkLst>
            <pc:docMk/>
            <pc:sldMk cId="1687266130" sldId="362"/>
            <ac:spMk id="19" creationId="{49EB61F0-5091-4064-AF83-C21077B61AEB}"/>
          </ac:spMkLst>
        </pc:spChg>
        <pc:spChg chg="mod">
          <ac:chgData name="유예나" userId="56804d69-2be5-4f9a-85f3-71ac819806f9" providerId="ADAL" clId="{58D894AC-7E04-41DB-A3C3-482DED13BEE6}" dt="2024-01-25T05:04:22.344" v="673" actId="2711"/>
          <ac:spMkLst>
            <pc:docMk/>
            <pc:sldMk cId="1687266130" sldId="362"/>
            <ac:spMk id="21" creationId="{8C9C35D8-FBEE-481B-A172-4FCE7A15DD0A}"/>
          </ac:spMkLst>
        </pc:spChg>
        <pc:spChg chg="mod">
          <ac:chgData name="유예나" userId="56804d69-2be5-4f9a-85f3-71ac819806f9" providerId="ADAL" clId="{58D894AC-7E04-41DB-A3C3-482DED13BEE6}" dt="2024-01-25T05:04:22.344" v="673" actId="2711"/>
          <ac:spMkLst>
            <pc:docMk/>
            <pc:sldMk cId="1687266130" sldId="362"/>
            <ac:spMk id="22" creationId="{13AA968E-CA76-4F60-BED5-04507F761D0E}"/>
          </ac:spMkLst>
        </pc:spChg>
        <pc:spChg chg="mod">
          <ac:chgData name="유예나" userId="56804d69-2be5-4f9a-85f3-71ac819806f9" providerId="ADAL" clId="{58D894AC-7E04-41DB-A3C3-482DED13BEE6}" dt="2024-01-26T07:05:12.309" v="7825" actId="20577"/>
          <ac:spMkLst>
            <pc:docMk/>
            <pc:sldMk cId="1687266130" sldId="362"/>
            <ac:spMk id="24" creationId="{9B295392-FB91-4594-8D67-2C3EFB13B1D7}"/>
          </ac:spMkLst>
        </pc:spChg>
        <pc:spChg chg="mod">
          <ac:chgData name="유예나" userId="56804d69-2be5-4f9a-85f3-71ac819806f9" providerId="ADAL" clId="{58D894AC-7E04-41DB-A3C3-482DED13BEE6}" dt="2024-01-25T05:04:22.344" v="673" actId="2711"/>
          <ac:spMkLst>
            <pc:docMk/>
            <pc:sldMk cId="1687266130" sldId="362"/>
            <ac:spMk id="26" creationId="{EBE7DC4B-23FC-4141-93C3-54F2866DB6D5}"/>
          </ac:spMkLst>
        </pc:spChg>
        <pc:spChg chg="mod">
          <ac:chgData name="유예나" userId="56804d69-2be5-4f9a-85f3-71ac819806f9" providerId="ADAL" clId="{58D894AC-7E04-41DB-A3C3-482DED13BEE6}" dt="2024-01-25T05:04:22.344" v="673" actId="2711"/>
          <ac:spMkLst>
            <pc:docMk/>
            <pc:sldMk cId="1687266130" sldId="362"/>
            <ac:spMk id="27" creationId="{CEE06776-D92C-4015-B4CB-D55B300F2C55}"/>
          </ac:spMkLst>
        </pc:spChg>
      </pc:sldChg>
      <pc:sldChg chg="addSp delSp modSp add del mod">
        <pc:chgData name="유예나" userId="56804d69-2be5-4f9a-85f3-71ac819806f9" providerId="ADAL" clId="{58D894AC-7E04-41DB-A3C3-482DED13BEE6}" dt="2024-01-26T07:12:03.349" v="7827" actId="22"/>
        <pc:sldMkLst>
          <pc:docMk/>
          <pc:sldMk cId="1083306933" sldId="384"/>
        </pc:sldMkLst>
        <pc:spChg chg="del mod">
          <ac:chgData name="유예나" userId="56804d69-2be5-4f9a-85f3-71ac819806f9" providerId="ADAL" clId="{58D894AC-7E04-41DB-A3C3-482DED13BEE6}" dt="2024-01-25T05:24:02.809" v="852" actId="478"/>
          <ac:spMkLst>
            <pc:docMk/>
            <pc:sldMk cId="1083306933" sldId="384"/>
            <ac:spMk id="5" creationId="{8E5D141B-F47E-4265-8F69-D191722C6659}"/>
          </ac:spMkLst>
        </pc:spChg>
        <pc:spChg chg="add del mod">
          <ac:chgData name="유예나" userId="56804d69-2be5-4f9a-85f3-71ac819806f9" providerId="ADAL" clId="{58D894AC-7E04-41DB-A3C3-482DED13BEE6}" dt="2024-01-25T05:24:01.716" v="851" actId="478"/>
          <ac:spMkLst>
            <pc:docMk/>
            <pc:sldMk cId="1083306933" sldId="384"/>
            <ac:spMk id="6" creationId="{A53606D2-C5A0-42E5-B1CF-5BBD4D5E5F90}"/>
          </ac:spMkLst>
        </pc:spChg>
        <pc:spChg chg="add del mod">
          <ac:chgData name="유예나" userId="56804d69-2be5-4f9a-85f3-71ac819806f9" providerId="ADAL" clId="{58D894AC-7E04-41DB-A3C3-482DED13BEE6}" dt="2024-01-25T05:24:01.716" v="851" actId="478"/>
          <ac:spMkLst>
            <pc:docMk/>
            <pc:sldMk cId="1083306933" sldId="384"/>
            <ac:spMk id="9" creationId="{60A49926-F05E-A670-1E11-92A3801886C6}"/>
          </ac:spMkLst>
        </pc:spChg>
        <pc:spChg chg="add mod">
          <ac:chgData name="유예나" userId="56804d69-2be5-4f9a-85f3-71ac819806f9" providerId="ADAL" clId="{58D894AC-7E04-41DB-A3C3-482DED13BEE6}" dt="2024-01-25T05:46:54.685" v="1183"/>
          <ac:spMkLst>
            <pc:docMk/>
            <pc:sldMk cId="1083306933" sldId="384"/>
            <ac:spMk id="11" creationId="{AADE8E3B-764F-C1B0-E6B1-F1DEA13F44B6}"/>
          </ac:spMkLst>
        </pc:spChg>
        <pc:spChg chg="add mod">
          <ac:chgData name="유예나" userId="56804d69-2be5-4f9a-85f3-71ac819806f9" providerId="ADAL" clId="{58D894AC-7E04-41DB-A3C3-482DED13BEE6}" dt="2024-01-25T03:52:47.231" v="32"/>
          <ac:spMkLst>
            <pc:docMk/>
            <pc:sldMk cId="1083306933" sldId="384"/>
            <ac:spMk id="12" creationId="{BD1D8F42-4F22-811A-66AD-CC62B82FE8C4}"/>
          </ac:spMkLst>
        </pc:spChg>
        <pc:spChg chg="add mod">
          <ac:chgData name="유예나" userId="56804d69-2be5-4f9a-85f3-71ac819806f9" providerId="ADAL" clId="{58D894AC-7E04-41DB-A3C3-482DED13BEE6}" dt="2024-01-25T03:52:47.231" v="32"/>
          <ac:spMkLst>
            <pc:docMk/>
            <pc:sldMk cId="1083306933" sldId="384"/>
            <ac:spMk id="13" creationId="{3C49BC36-D0B5-6CCE-CD3B-98632D705A59}"/>
          </ac:spMkLst>
        </pc:spChg>
        <pc:spChg chg="add mod">
          <ac:chgData name="유예나" userId="56804d69-2be5-4f9a-85f3-71ac819806f9" providerId="ADAL" clId="{58D894AC-7E04-41DB-A3C3-482DED13BEE6}" dt="2024-01-25T03:52:47.231" v="32"/>
          <ac:spMkLst>
            <pc:docMk/>
            <pc:sldMk cId="1083306933" sldId="384"/>
            <ac:spMk id="14" creationId="{C1F20832-D687-A7B9-28B0-FEF764576953}"/>
          </ac:spMkLst>
        </pc:spChg>
        <pc:spChg chg="add mod">
          <ac:chgData name="유예나" userId="56804d69-2be5-4f9a-85f3-71ac819806f9" providerId="ADAL" clId="{58D894AC-7E04-41DB-A3C3-482DED13BEE6}" dt="2024-01-25T03:52:47.231" v="32"/>
          <ac:spMkLst>
            <pc:docMk/>
            <pc:sldMk cId="1083306933" sldId="384"/>
            <ac:spMk id="15" creationId="{82159090-460B-F60F-80D6-749DC24DC2A7}"/>
          </ac:spMkLst>
        </pc:spChg>
        <pc:spChg chg="add del mod">
          <ac:chgData name="유예나" userId="56804d69-2be5-4f9a-85f3-71ac819806f9" providerId="ADAL" clId="{58D894AC-7E04-41DB-A3C3-482DED13BEE6}" dt="2024-01-25T03:57:49.902" v="140" actId="478"/>
          <ac:spMkLst>
            <pc:docMk/>
            <pc:sldMk cId="1083306933" sldId="384"/>
            <ac:spMk id="17" creationId="{081ACAFA-29F9-2F25-08DC-8D3CE3488303}"/>
          </ac:spMkLst>
        </pc:spChg>
        <pc:spChg chg="add del mod">
          <ac:chgData name="유예나" userId="56804d69-2be5-4f9a-85f3-71ac819806f9" providerId="ADAL" clId="{58D894AC-7E04-41DB-A3C3-482DED13BEE6}" dt="2024-01-25T03:57:51.267" v="142" actId="478"/>
          <ac:spMkLst>
            <pc:docMk/>
            <pc:sldMk cId="1083306933" sldId="384"/>
            <ac:spMk id="18" creationId="{C290C67B-76CF-795F-03FB-6A20E9213DB4}"/>
          </ac:spMkLst>
        </pc:spChg>
        <pc:spChg chg="add del mod">
          <ac:chgData name="유예나" userId="56804d69-2be5-4f9a-85f3-71ac819806f9" providerId="ADAL" clId="{58D894AC-7E04-41DB-A3C3-482DED13BEE6}" dt="2024-01-25T03:57:04.107" v="129" actId="478"/>
          <ac:spMkLst>
            <pc:docMk/>
            <pc:sldMk cId="1083306933" sldId="384"/>
            <ac:spMk id="22" creationId="{E63ADFA1-CD56-5332-1701-DEB6C9903BBD}"/>
          </ac:spMkLst>
        </pc:spChg>
        <pc:spChg chg="mod">
          <ac:chgData name="유예나" userId="56804d69-2be5-4f9a-85f3-71ac819806f9" providerId="ADAL" clId="{58D894AC-7E04-41DB-A3C3-482DED13BEE6}" dt="2024-01-25T05:16:34.763" v="832" actId="692"/>
          <ac:spMkLst>
            <pc:docMk/>
            <pc:sldMk cId="1083306933" sldId="384"/>
            <ac:spMk id="24" creationId="{92004238-C5E9-A178-F814-C7531E24D6F0}"/>
          </ac:spMkLst>
        </pc:spChg>
        <pc:spChg chg="add del mod">
          <ac:chgData name="유예나" userId="56804d69-2be5-4f9a-85f3-71ac819806f9" providerId="ADAL" clId="{58D894AC-7E04-41DB-A3C3-482DED13BEE6}" dt="2024-01-25T04:11:13.415" v="329" actId="2711"/>
          <ac:spMkLst>
            <pc:docMk/>
            <pc:sldMk cId="1083306933" sldId="384"/>
            <ac:spMk id="25" creationId="{55B958A1-1A68-4FAF-8CB7-311180C151AE}"/>
          </ac:spMkLst>
        </pc:spChg>
        <pc:spChg chg="add mod">
          <ac:chgData name="유예나" userId="56804d69-2be5-4f9a-85f3-71ac819806f9" providerId="ADAL" clId="{58D894AC-7E04-41DB-A3C3-482DED13BEE6}" dt="2024-01-25T03:58:57.075" v="170" actId="164"/>
          <ac:spMkLst>
            <pc:docMk/>
            <pc:sldMk cId="1083306933" sldId="384"/>
            <ac:spMk id="31" creationId="{26A8A89B-B230-BF7B-E9D7-EED45920059A}"/>
          </ac:spMkLst>
        </pc:spChg>
        <pc:spChg chg="add mod">
          <ac:chgData name="유예나" userId="56804d69-2be5-4f9a-85f3-71ac819806f9" providerId="ADAL" clId="{58D894AC-7E04-41DB-A3C3-482DED13BEE6}" dt="2024-01-25T03:58:57.075" v="170" actId="164"/>
          <ac:spMkLst>
            <pc:docMk/>
            <pc:sldMk cId="1083306933" sldId="384"/>
            <ac:spMk id="32" creationId="{DFE93628-C5BF-8377-6700-CFC7C19BDC03}"/>
          </ac:spMkLst>
        </pc:spChg>
        <pc:spChg chg="add mod">
          <ac:chgData name="유예나" userId="56804d69-2be5-4f9a-85f3-71ac819806f9" providerId="ADAL" clId="{58D894AC-7E04-41DB-A3C3-482DED13BEE6}" dt="2024-01-25T03:58:57.075" v="170" actId="164"/>
          <ac:spMkLst>
            <pc:docMk/>
            <pc:sldMk cId="1083306933" sldId="384"/>
            <ac:spMk id="34" creationId="{8D369B22-F523-FDAC-64CE-6B905EB8591A}"/>
          </ac:spMkLst>
        </pc:spChg>
        <pc:grpChg chg="add mod">
          <ac:chgData name="유예나" userId="56804d69-2be5-4f9a-85f3-71ac819806f9" providerId="ADAL" clId="{58D894AC-7E04-41DB-A3C3-482DED13BEE6}" dt="2024-01-25T03:58:47.369" v="168" actId="1076"/>
          <ac:grpSpMkLst>
            <pc:docMk/>
            <pc:sldMk cId="1083306933" sldId="384"/>
            <ac:grpSpMk id="19" creationId="{E5FDFC81-7C9E-514E-E7EE-CC8FA5017F94}"/>
          </ac:grpSpMkLst>
        </pc:grpChg>
        <pc:grpChg chg="add mod">
          <ac:chgData name="유예나" userId="56804d69-2be5-4f9a-85f3-71ac819806f9" providerId="ADAL" clId="{58D894AC-7E04-41DB-A3C3-482DED13BEE6}" dt="2024-01-25T03:59:00.665" v="171" actId="1076"/>
          <ac:grpSpMkLst>
            <pc:docMk/>
            <pc:sldMk cId="1083306933" sldId="384"/>
            <ac:grpSpMk id="37" creationId="{E060ECB0-DE40-74AB-984F-99441B26A66C}"/>
          </ac:grpSpMkLst>
        </pc:grpChg>
        <pc:graphicFrameChg chg="del">
          <ac:chgData name="유예나" userId="56804d69-2be5-4f9a-85f3-71ac819806f9" providerId="ADAL" clId="{58D894AC-7E04-41DB-A3C3-482DED13BEE6}" dt="2024-01-25T02:51:38.023" v="16" actId="478"/>
          <ac:graphicFrameMkLst>
            <pc:docMk/>
            <pc:sldMk cId="1083306933" sldId="384"/>
            <ac:graphicFrameMk id="9" creationId="{27AB0323-36EA-4F78-9F70-55CFDBE3A20A}"/>
          </ac:graphicFrameMkLst>
        </pc:graphicFrameChg>
        <pc:graphicFrameChg chg="add mod">
          <ac:chgData name="유예나" userId="56804d69-2be5-4f9a-85f3-71ac819806f9" providerId="ADAL" clId="{58D894AC-7E04-41DB-A3C3-482DED13BEE6}" dt="2024-01-25T03:52:46.483" v="31"/>
          <ac:graphicFrameMkLst>
            <pc:docMk/>
            <pc:sldMk cId="1083306933" sldId="384"/>
            <ac:graphicFrameMk id="10" creationId="{E1DFBF0F-D5C3-6D1D-A944-F226A08CAAD2}"/>
          </ac:graphicFrameMkLst>
        </pc:graphicFrameChg>
        <pc:graphicFrameChg chg="add del mod">
          <ac:chgData name="유예나" userId="56804d69-2be5-4f9a-85f3-71ac819806f9" providerId="ADAL" clId="{58D894AC-7E04-41DB-A3C3-482DED13BEE6}" dt="2024-01-25T03:55:39.340" v="106" actId="478"/>
          <ac:graphicFrameMkLst>
            <pc:docMk/>
            <pc:sldMk cId="1083306933" sldId="384"/>
            <ac:graphicFrameMk id="16" creationId="{56D6BD95-213A-5F90-C1B3-E646B0BCAFC1}"/>
          </ac:graphicFrameMkLst>
        </pc:graphicFrameChg>
        <pc:picChg chg="add del">
          <ac:chgData name="유예나" userId="56804d69-2be5-4f9a-85f3-71ac819806f9" providerId="ADAL" clId="{58D894AC-7E04-41DB-A3C3-482DED13BEE6}" dt="2024-01-26T07:12:03.349" v="7827" actId="22"/>
          <ac:picMkLst>
            <pc:docMk/>
            <pc:sldMk cId="1083306933" sldId="384"/>
            <ac:picMk id="7" creationId="{61FD3C89-4556-2DAB-3998-3D95ABD4944D}"/>
          </ac:picMkLst>
        </pc:picChg>
        <pc:picChg chg="add mod ord">
          <ac:chgData name="유예나" userId="56804d69-2be5-4f9a-85f3-71ac819806f9" providerId="ADAL" clId="{58D894AC-7E04-41DB-A3C3-482DED13BEE6}" dt="2024-01-25T03:56:32.395" v="120" actId="164"/>
          <ac:picMkLst>
            <pc:docMk/>
            <pc:sldMk cId="1083306933" sldId="384"/>
            <ac:picMk id="8" creationId="{410220BF-FF0E-714A-99D5-435F8035D76D}"/>
          </ac:picMkLst>
        </pc:picChg>
        <pc:picChg chg="add mod">
          <ac:chgData name="유예나" userId="56804d69-2be5-4f9a-85f3-71ac819806f9" providerId="ADAL" clId="{58D894AC-7E04-41DB-A3C3-482DED13BEE6}" dt="2024-01-25T03:58:52.018" v="169" actId="1076"/>
          <ac:picMkLst>
            <pc:docMk/>
            <pc:sldMk cId="1083306933" sldId="384"/>
            <ac:picMk id="21" creationId="{93E98F5E-3AC4-20C7-5498-0C2BF64DB8D0}"/>
          </ac:picMkLst>
        </pc:picChg>
        <pc:picChg chg="del">
          <ac:chgData name="유예나" userId="56804d69-2be5-4f9a-85f3-71ac819806f9" providerId="ADAL" clId="{58D894AC-7E04-41DB-A3C3-482DED13BEE6}" dt="2024-01-25T02:51:38.334" v="17" actId="478"/>
          <ac:picMkLst>
            <pc:docMk/>
            <pc:sldMk cId="1083306933" sldId="384"/>
            <ac:picMk id="28" creationId="{9C3EE049-ED20-ACD3-0A19-C4011160C007}"/>
          </ac:picMkLst>
        </pc:picChg>
        <pc:picChg chg="del">
          <ac:chgData name="유예나" userId="56804d69-2be5-4f9a-85f3-71ac819806f9" providerId="ADAL" clId="{58D894AC-7E04-41DB-A3C3-482DED13BEE6}" dt="2024-01-25T02:51:36.294" v="15" actId="478"/>
          <ac:picMkLst>
            <pc:docMk/>
            <pc:sldMk cId="1083306933" sldId="384"/>
            <ac:picMk id="45" creationId="{9B826690-28F0-E6A4-54B0-43A385A84027}"/>
          </ac:picMkLst>
        </pc:picChg>
        <pc:cxnChg chg="del">
          <ac:chgData name="유예나" userId="56804d69-2be5-4f9a-85f3-71ac819806f9" providerId="ADAL" clId="{58D894AC-7E04-41DB-A3C3-482DED13BEE6}" dt="2024-01-25T02:51:39.144" v="18" actId="478"/>
          <ac:cxnSpMkLst>
            <pc:docMk/>
            <pc:sldMk cId="1083306933" sldId="384"/>
            <ac:cxnSpMk id="11" creationId="{51ECA4E6-17F7-4331-89E6-01A20EFD8A63}"/>
          </ac:cxnSpMkLst>
        </pc:cxnChg>
        <pc:cxnChg chg="del">
          <ac:chgData name="유예나" userId="56804d69-2be5-4f9a-85f3-71ac819806f9" providerId="ADAL" clId="{58D894AC-7E04-41DB-A3C3-482DED13BEE6}" dt="2024-01-25T02:51:40.433" v="19" actId="478"/>
          <ac:cxnSpMkLst>
            <pc:docMk/>
            <pc:sldMk cId="1083306933" sldId="384"/>
            <ac:cxnSpMk id="23" creationId="{D46D124E-5CC2-415D-B2FE-BB4E2652783A}"/>
          </ac:cxnSpMkLst>
        </pc:cxnChg>
        <pc:cxnChg chg="add mod">
          <ac:chgData name="유예나" userId="56804d69-2be5-4f9a-85f3-71ac819806f9" providerId="ADAL" clId="{58D894AC-7E04-41DB-A3C3-482DED13BEE6}" dt="2024-01-25T05:16:27.592" v="827" actId="692"/>
          <ac:cxnSpMkLst>
            <pc:docMk/>
            <pc:sldMk cId="1083306933" sldId="384"/>
            <ac:cxnSpMk id="26" creationId="{60D8C37B-80A2-F2B6-B2FD-3DD3DD50BE34}"/>
          </ac:cxnSpMkLst>
        </pc:cxnChg>
      </pc:sldChg>
      <pc:sldChg chg="modSp mod">
        <pc:chgData name="유예나" userId="56804d69-2be5-4f9a-85f3-71ac819806f9" providerId="ADAL" clId="{58D894AC-7E04-41DB-A3C3-482DED13BEE6}" dt="2024-01-25T05:04:16.025" v="672" actId="2711"/>
        <pc:sldMkLst>
          <pc:docMk/>
          <pc:sldMk cId="634537752" sldId="479"/>
        </pc:sldMkLst>
        <pc:spChg chg="mod">
          <ac:chgData name="유예나" userId="56804d69-2be5-4f9a-85f3-71ac819806f9" providerId="ADAL" clId="{58D894AC-7E04-41DB-A3C3-482DED13BEE6}" dt="2024-01-25T05:04:16.025" v="672" actId="2711"/>
          <ac:spMkLst>
            <pc:docMk/>
            <pc:sldMk cId="634537752" sldId="479"/>
            <ac:spMk id="5" creationId="{B5EDB2B2-0731-4254-88AA-0F48F509B9E1}"/>
          </ac:spMkLst>
        </pc:spChg>
        <pc:spChg chg="mod">
          <ac:chgData name="유예나" userId="56804d69-2be5-4f9a-85f3-71ac819806f9" providerId="ADAL" clId="{58D894AC-7E04-41DB-A3C3-482DED13BEE6}" dt="2024-01-25T05:04:16.025" v="672" actId="2711"/>
          <ac:spMkLst>
            <pc:docMk/>
            <pc:sldMk cId="634537752" sldId="479"/>
            <ac:spMk id="8" creationId="{96E36EB2-DB61-4425-8FA0-98537E3ADE36}"/>
          </ac:spMkLst>
        </pc:spChg>
        <pc:graphicFrameChg chg="modGraphic">
          <ac:chgData name="유예나" userId="56804d69-2be5-4f9a-85f3-71ac819806f9" providerId="ADAL" clId="{58D894AC-7E04-41DB-A3C3-482DED13BEE6}" dt="2024-01-25T05:04:12.379" v="671" actId="2711"/>
          <ac:graphicFrameMkLst>
            <pc:docMk/>
            <pc:sldMk cId="634537752" sldId="479"/>
            <ac:graphicFrameMk id="18" creationId="{8DE66E96-4099-460C-8F6D-3CED5C7D56FE}"/>
          </ac:graphicFrameMkLst>
        </pc:graphicFrameChg>
      </pc:sldChg>
      <pc:sldChg chg="modSp del">
        <pc:chgData name="유예나" userId="56804d69-2be5-4f9a-85f3-71ac819806f9" providerId="ADAL" clId="{58D894AC-7E04-41DB-A3C3-482DED13BEE6}" dt="2024-01-25T05:52:11.993" v="1204" actId="47"/>
        <pc:sldMkLst>
          <pc:docMk/>
          <pc:sldMk cId="943655896" sldId="502"/>
        </pc:sldMkLst>
        <pc:spChg chg="mod">
          <ac:chgData name="유예나" userId="56804d69-2be5-4f9a-85f3-71ac819806f9" providerId="ADAL" clId="{58D894AC-7E04-41DB-A3C3-482DED13BEE6}" dt="2024-01-25T05:49:41.367" v="1195"/>
          <ac:spMkLst>
            <pc:docMk/>
            <pc:sldMk cId="943655896" sldId="502"/>
            <ac:spMk id="5" creationId="{8E5D141B-F47E-4265-8F69-D191722C6659}"/>
          </ac:spMkLst>
        </pc:spChg>
      </pc:sldChg>
      <pc:sldChg chg="modSp del mod">
        <pc:chgData name="유예나" userId="56804d69-2be5-4f9a-85f3-71ac819806f9" providerId="ADAL" clId="{58D894AC-7E04-41DB-A3C3-482DED13BEE6}" dt="2024-01-25T05:53:30.727" v="1206" actId="47"/>
        <pc:sldMkLst>
          <pc:docMk/>
          <pc:sldMk cId="158606274" sldId="503"/>
        </pc:sldMkLst>
        <pc:spChg chg="mod">
          <ac:chgData name="유예나" userId="56804d69-2be5-4f9a-85f3-71ac819806f9" providerId="ADAL" clId="{58D894AC-7E04-41DB-A3C3-482DED13BEE6}" dt="2024-01-25T05:53:29.613" v="1205" actId="6549"/>
          <ac:spMkLst>
            <pc:docMk/>
            <pc:sldMk cId="158606274" sldId="503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158606274" sldId="503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5:49:51.974" v="1197" actId="20577"/>
          <ac:spMkLst>
            <pc:docMk/>
            <pc:sldMk cId="158606274" sldId="503"/>
            <ac:spMk id="6" creationId="{A53606D2-C5A0-42E5-B1CF-5BBD4D5E5F90}"/>
          </ac:spMkLst>
        </pc:spChg>
      </pc:sldChg>
      <pc:sldChg chg="del">
        <pc:chgData name="유예나" userId="56804d69-2be5-4f9a-85f3-71ac819806f9" providerId="ADAL" clId="{58D894AC-7E04-41DB-A3C3-482DED13BEE6}" dt="2024-01-25T02:50:21.859" v="11" actId="47"/>
        <pc:sldMkLst>
          <pc:docMk/>
          <pc:sldMk cId="588641993" sldId="506"/>
        </pc:sldMkLst>
      </pc:sldChg>
      <pc:sldChg chg="modSp del mod">
        <pc:chgData name="유예나" userId="56804d69-2be5-4f9a-85f3-71ac819806f9" providerId="ADAL" clId="{58D894AC-7E04-41DB-A3C3-482DED13BEE6}" dt="2024-01-25T03:59:49.832" v="172" actId="47"/>
        <pc:sldMkLst>
          <pc:docMk/>
          <pc:sldMk cId="209642891" sldId="508"/>
        </pc:sldMkLst>
        <pc:graphicFrameChg chg="modGraphic">
          <ac:chgData name="유예나" userId="56804d69-2be5-4f9a-85f3-71ac819806f9" providerId="ADAL" clId="{58D894AC-7E04-41DB-A3C3-482DED13BEE6}" dt="2024-01-25T03:57:37.452" v="136" actId="14100"/>
          <ac:graphicFrameMkLst>
            <pc:docMk/>
            <pc:sldMk cId="209642891" sldId="508"/>
            <ac:graphicFrameMk id="9" creationId="{27AB0323-36EA-4F78-9F70-55CFDBE3A20A}"/>
          </ac:graphicFrameMkLst>
        </pc:graphicFrameChg>
      </pc:sldChg>
      <pc:sldChg chg="del">
        <pc:chgData name="유예나" userId="56804d69-2be5-4f9a-85f3-71ac819806f9" providerId="ADAL" clId="{58D894AC-7E04-41DB-A3C3-482DED13BEE6}" dt="2024-01-25T02:38:30.899" v="5" actId="47"/>
        <pc:sldMkLst>
          <pc:docMk/>
          <pc:sldMk cId="1467919342" sldId="509"/>
        </pc:sldMkLst>
      </pc:sldChg>
      <pc:sldChg chg="delSp modSp del mod">
        <pc:chgData name="유예나" userId="56804d69-2be5-4f9a-85f3-71ac819806f9" providerId="ADAL" clId="{58D894AC-7E04-41DB-A3C3-482DED13BEE6}" dt="2024-01-25T04:03:28.348" v="241" actId="47"/>
        <pc:sldMkLst>
          <pc:docMk/>
          <pc:sldMk cId="2296293621" sldId="512"/>
        </pc:sldMkLst>
        <pc:spChg chg="mod">
          <ac:chgData name="유예나" userId="56804d69-2be5-4f9a-85f3-71ac819806f9" providerId="ADAL" clId="{58D894AC-7E04-41DB-A3C3-482DED13BEE6}" dt="2024-01-25T04:03:23.335" v="237"/>
          <ac:spMkLst>
            <pc:docMk/>
            <pc:sldMk cId="2296293621" sldId="512"/>
            <ac:spMk id="24" creationId="{CB59CCEB-7BF1-8535-1B65-D006D3DC008C}"/>
          </ac:spMkLst>
        </pc:spChg>
        <pc:grpChg chg="del">
          <ac:chgData name="유예나" userId="56804d69-2be5-4f9a-85f3-71ac819806f9" providerId="ADAL" clId="{58D894AC-7E04-41DB-A3C3-482DED13BEE6}" dt="2024-01-25T04:03:25.526" v="240" actId="478"/>
          <ac:grpSpMkLst>
            <pc:docMk/>
            <pc:sldMk cId="2296293621" sldId="512"/>
            <ac:grpSpMk id="7" creationId="{D873AAD2-1D37-C627-AE89-89ED01434846}"/>
          </ac:grpSpMkLst>
        </pc:grpChg>
        <pc:grpChg chg="del">
          <ac:chgData name="유예나" userId="56804d69-2be5-4f9a-85f3-71ac819806f9" providerId="ADAL" clId="{58D894AC-7E04-41DB-A3C3-482DED13BEE6}" dt="2024-01-25T04:03:24.602" v="238" actId="478"/>
          <ac:grpSpMkLst>
            <pc:docMk/>
            <pc:sldMk cId="2296293621" sldId="512"/>
            <ac:grpSpMk id="12" creationId="{86842943-367A-0549-0222-9BC7FA1DE649}"/>
          </ac:grpSpMkLst>
        </pc:grpChg>
        <pc:grpChg chg="del">
          <ac:chgData name="유예나" userId="56804d69-2be5-4f9a-85f3-71ac819806f9" providerId="ADAL" clId="{58D894AC-7E04-41DB-A3C3-482DED13BEE6}" dt="2024-01-25T04:03:24.887" v="239" actId="478"/>
          <ac:grpSpMkLst>
            <pc:docMk/>
            <pc:sldMk cId="2296293621" sldId="512"/>
            <ac:grpSpMk id="15" creationId="{F2DD8A3D-5382-6101-85BE-B3750C7C4759}"/>
          </ac:grpSpMkLst>
        </pc:grpChg>
      </pc:sldChg>
      <pc:sldChg chg="addSp delSp modSp mod">
        <pc:chgData name="유예나" userId="56804d69-2be5-4f9a-85f3-71ac819806f9" providerId="ADAL" clId="{58D894AC-7E04-41DB-A3C3-482DED13BEE6}" dt="2024-01-25T05:48:10.818" v="1187"/>
        <pc:sldMkLst>
          <pc:docMk/>
          <pc:sldMk cId="868631963" sldId="515"/>
        </pc:sldMkLst>
        <pc:spChg chg="mod">
          <ac:chgData name="유예나" userId="56804d69-2be5-4f9a-85f3-71ac819806f9" providerId="ADAL" clId="{58D894AC-7E04-41DB-A3C3-482DED13BEE6}" dt="2024-01-25T05:48:10.818" v="1187"/>
          <ac:spMkLst>
            <pc:docMk/>
            <pc:sldMk cId="868631963" sldId="515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4:50:06.124" v="622" actId="20577"/>
          <ac:spMkLst>
            <pc:docMk/>
            <pc:sldMk cId="868631963" sldId="515"/>
            <ac:spMk id="6" creationId="{A53606D2-C5A0-42E5-B1CF-5BBD4D5E5F90}"/>
          </ac:spMkLst>
        </pc:spChg>
        <pc:spChg chg="mod">
          <ac:chgData name="유예나" userId="56804d69-2be5-4f9a-85f3-71ac819806f9" providerId="ADAL" clId="{58D894AC-7E04-41DB-A3C3-482DED13BEE6}" dt="2024-01-25T04:02:36.661" v="226" actId="1036"/>
          <ac:spMkLst>
            <pc:docMk/>
            <pc:sldMk cId="868631963" sldId="515"/>
            <ac:spMk id="17" creationId="{64CC305A-28FA-807E-179C-847EDBA9B090}"/>
          </ac:spMkLst>
        </pc:spChg>
        <pc:spChg chg="mod">
          <ac:chgData name="유예나" userId="56804d69-2be5-4f9a-85f3-71ac819806f9" providerId="ADAL" clId="{58D894AC-7E04-41DB-A3C3-482DED13BEE6}" dt="2024-01-25T04:03:09.273" v="233" actId="20577"/>
          <ac:spMkLst>
            <pc:docMk/>
            <pc:sldMk cId="868631963" sldId="515"/>
            <ac:spMk id="30" creationId="{ACB61741-FC95-25F6-0237-77D49EA27E18}"/>
          </ac:spMkLst>
        </pc:spChg>
        <pc:spChg chg="mod">
          <ac:chgData name="유예나" userId="56804d69-2be5-4f9a-85f3-71ac819806f9" providerId="ADAL" clId="{58D894AC-7E04-41DB-A3C3-482DED13BEE6}" dt="2024-01-25T04:02:34.982" v="225" actId="1035"/>
          <ac:spMkLst>
            <pc:docMk/>
            <pc:sldMk cId="868631963" sldId="515"/>
            <ac:spMk id="36" creationId="{7292768E-104D-5A1B-A5F3-FB5A007C1626}"/>
          </ac:spMkLst>
        </pc:spChg>
        <pc:spChg chg="mod">
          <ac:chgData name="유예나" userId="56804d69-2be5-4f9a-85f3-71ac819806f9" providerId="ADAL" clId="{58D894AC-7E04-41DB-A3C3-482DED13BEE6}" dt="2024-01-25T04:00:51.098" v="194" actId="1076"/>
          <ac:spMkLst>
            <pc:docMk/>
            <pc:sldMk cId="868631963" sldId="515"/>
            <ac:spMk id="37" creationId="{E779BB18-7622-14CC-1242-ABA60EFAABBD}"/>
          </ac:spMkLst>
        </pc:spChg>
        <pc:spChg chg="mod">
          <ac:chgData name="유예나" userId="56804d69-2be5-4f9a-85f3-71ac819806f9" providerId="ADAL" clId="{58D894AC-7E04-41DB-A3C3-482DED13BEE6}" dt="2024-01-25T05:16:45.250" v="834" actId="14100"/>
          <ac:spMkLst>
            <pc:docMk/>
            <pc:sldMk cId="868631963" sldId="515"/>
            <ac:spMk id="41" creationId="{CE7CD5C4-3AF1-D4B5-E2A4-8CB717A24163}"/>
          </ac:spMkLst>
        </pc:spChg>
        <pc:spChg chg="mod topLvl">
          <ac:chgData name="유예나" userId="56804d69-2be5-4f9a-85f3-71ac819806f9" providerId="ADAL" clId="{58D894AC-7E04-41DB-A3C3-482DED13BEE6}" dt="2024-01-25T04:02:19.156" v="216" actId="1076"/>
          <ac:spMkLst>
            <pc:docMk/>
            <pc:sldMk cId="868631963" sldId="515"/>
            <ac:spMk id="45" creationId="{D8EC415A-9347-D79D-1E19-4E004DE75C84}"/>
          </ac:spMkLst>
        </pc:spChg>
        <pc:grpChg chg="add mod">
          <ac:chgData name="유예나" userId="56804d69-2be5-4f9a-85f3-71ac819806f9" providerId="ADAL" clId="{58D894AC-7E04-41DB-A3C3-482DED13BEE6}" dt="2024-01-25T04:02:28.240" v="219" actId="1076"/>
          <ac:grpSpMkLst>
            <pc:docMk/>
            <pc:sldMk cId="868631963" sldId="515"/>
            <ac:grpSpMk id="10" creationId="{A3B90F7F-11A4-AA96-FD62-A39CE446A57B}"/>
          </ac:grpSpMkLst>
        </pc:grpChg>
        <pc:grpChg chg="add mod">
          <ac:chgData name="유예나" userId="56804d69-2be5-4f9a-85f3-71ac819806f9" providerId="ADAL" clId="{58D894AC-7E04-41DB-A3C3-482DED13BEE6}" dt="2024-01-25T04:02:09.948" v="214" actId="1076"/>
          <ac:grpSpMkLst>
            <pc:docMk/>
            <pc:sldMk cId="868631963" sldId="515"/>
            <ac:grpSpMk id="13" creationId="{2AFC991A-D36D-07FD-39FB-6285CECCFD62}"/>
          </ac:grpSpMkLst>
        </pc:grpChg>
        <pc:grpChg chg="del mod">
          <ac:chgData name="유예나" userId="56804d69-2be5-4f9a-85f3-71ac819806f9" providerId="ADAL" clId="{58D894AC-7E04-41DB-A3C3-482DED13BEE6}" dt="2024-01-25T04:03:32.747" v="243" actId="478"/>
          <ac:grpSpMkLst>
            <pc:docMk/>
            <pc:sldMk cId="868631963" sldId="515"/>
            <ac:grpSpMk id="28" creationId="{3985A91B-6ADC-1D87-8CAC-2AC18DA82954}"/>
          </ac:grpSpMkLst>
        </pc:grpChg>
        <pc:grpChg chg="mod">
          <ac:chgData name="유예나" userId="56804d69-2be5-4f9a-85f3-71ac819806f9" providerId="ADAL" clId="{58D894AC-7E04-41DB-A3C3-482DED13BEE6}" dt="2024-01-25T04:00:44.522" v="191" actId="164"/>
          <ac:grpSpMkLst>
            <pc:docMk/>
            <pc:sldMk cId="868631963" sldId="515"/>
            <ac:grpSpMk id="38" creationId="{C3A283C4-F3E2-34FB-19B4-86AB7C38279C}"/>
          </ac:grpSpMkLst>
        </pc:grpChg>
        <pc:grpChg chg="mod">
          <ac:chgData name="유예나" userId="56804d69-2be5-4f9a-85f3-71ac819806f9" providerId="ADAL" clId="{58D894AC-7E04-41DB-A3C3-482DED13BEE6}" dt="2024-01-25T04:02:03.723" v="210" actId="1076"/>
          <ac:grpSpMkLst>
            <pc:docMk/>
            <pc:sldMk cId="868631963" sldId="515"/>
            <ac:grpSpMk id="42" creationId="{FA359BDB-8BAB-729A-AC3A-FAAAFC9D3DF2}"/>
          </ac:grpSpMkLst>
        </pc:grpChg>
        <pc:grpChg chg="del">
          <ac:chgData name="유예나" userId="56804d69-2be5-4f9a-85f3-71ac819806f9" providerId="ADAL" clId="{58D894AC-7E04-41DB-A3C3-482DED13BEE6}" dt="2024-01-25T04:01:33.271" v="195" actId="478"/>
          <ac:grpSpMkLst>
            <pc:docMk/>
            <pc:sldMk cId="868631963" sldId="515"/>
            <ac:grpSpMk id="46" creationId="{21EF02B7-A647-5FA1-02CB-5F773A4537E9}"/>
          </ac:grpSpMkLst>
        </pc:grpChg>
        <pc:picChg chg="add mod ord">
          <ac:chgData name="유예나" userId="56804d69-2be5-4f9a-85f3-71ac819806f9" providerId="ADAL" clId="{58D894AC-7E04-41DB-A3C3-482DED13BEE6}" dt="2024-01-25T04:00:46.816" v="192" actId="14100"/>
          <ac:picMkLst>
            <pc:docMk/>
            <pc:sldMk cId="868631963" sldId="515"/>
            <ac:picMk id="9" creationId="{316E50D0-FAA9-AF9C-B838-9B6F2F70BCD5}"/>
          </ac:picMkLst>
        </pc:picChg>
        <pc:picChg chg="add mod ord">
          <ac:chgData name="유예나" userId="56804d69-2be5-4f9a-85f3-71ac819806f9" providerId="ADAL" clId="{58D894AC-7E04-41DB-A3C3-482DED13BEE6}" dt="2024-01-25T04:02:14.383" v="215" actId="208"/>
          <ac:picMkLst>
            <pc:docMk/>
            <pc:sldMk cId="868631963" sldId="515"/>
            <ac:picMk id="12" creationId="{0F87B79B-4E07-B59B-5C89-80F047A79FC6}"/>
          </ac:picMkLst>
        </pc:picChg>
        <pc:picChg chg="del">
          <ac:chgData name="유예나" userId="56804d69-2be5-4f9a-85f3-71ac819806f9" providerId="ADAL" clId="{58D894AC-7E04-41DB-A3C3-482DED13BEE6}" dt="2024-01-25T04:00:16.454" v="173" actId="478"/>
          <ac:picMkLst>
            <pc:docMk/>
            <pc:sldMk cId="868631963" sldId="515"/>
            <ac:picMk id="35" creationId="{42CBF8CD-C681-D695-BE1C-F41890B63A34}"/>
          </ac:picMkLst>
        </pc:picChg>
        <pc:picChg chg="mod">
          <ac:chgData name="유예나" userId="56804d69-2be5-4f9a-85f3-71ac819806f9" providerId="ADAL" clId="{58D894AC-7E04-41DB-A3C3-482DED13BEE6}" dt="2024-01-25T04:02:02.139" v="209" actId="1076"/>
          <ac:picMkLst>
            <pc:docMk/>
            <pc:sldMk cId="868631963" sldId="515"/>
            <ac:picMk id="40" creationId="{ADED17BA-11C3-1BA1-33F3-6B967398030B}"/>
          </ac:picMkLst>
        </pc:picChg>
        <pc:picChg chg="del topLvl">
          <ac:chgData name="유예나" userId="56804d69-2be5-4f9a-85f3-71ac819806f9" providerId="ADAL" clId="{58D894AC-7E04-41DB-A3C3-482DED13BEE6}" dt="2024-01-25T04:01:33.271" v="195" actId="478"/>
          <ac:picMkLst>
            <pc:docMk/>
            <pc:sldMk cId="868631963" sldId="515"/>
            <ac:picMk id="44" creationId="{9B98281A-CE18-DCCC-28EB-30BFC6D91B19}"/>
          </ac:picMkLst>
        </pc:picChg>
      </pc:sldChg>
      <pc:sldChg chg="addSp delSp modSp mod">
        <pc:chgData name="유예나" userId="56804d69-2be5-4f9a-85f3-71ac819806f9" providerId="ADAL" clId="{58D894AC-7E04-41DB-A3C3-482DED13BEE6}" dt="2024-01-26T00:03:04.192" v="3400" actId="478"/>
        <pc:sldMkLst>
          <pc:docMk/>
          <pc:sldMk cId="4188210936" sldId="516"/>
        </pc:sldMkLst>
        <pc:spChg chg="mod">
          <ac:chgData name="유예나" userId="56804d69-2be5-4f9a-85f3-71ac819806f9" providerId="ADAL" clId="{58D894AC-7E04-41DB-A3C3-482DED13BEE6}" dt="2024-01-25T05:47:59.269" v="1186"/>
          <ac:spMkLst>
            <pc:docMk/>
            <pc:sldMk cId="4188210936" sldId="516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5:48:58.828" v="1190" actId="20577"/>
          <ac:spMkLst>
            <pc:docMk/>
            <pc:sldMk cId="4188210936" sldId="516"/>
            <ac:spMk id="6" creationId="{A53606D2-C5A0-42E5-B1CF-5BBD4D5E5F90}"/>
          </ac:spMkLst>
        </pc:spChg>
        <pc:spChg chg="mod">
          <ac:chgData name="유예나" userId="56804d69-2be5-4f9a-85f3-71ac819806f9" providerId="ADAL" clId="{58D894AC-7E04-41DB-A3C3-482DED13BEE6}" dt="2024-01-25T04:03:58.840" v="249" actId="164"/>
          <ac:spMkLst>
            <pc:docMk/>
            <pc:sldMk cId="4188210936" sldId="516"/>
            <ac:spMk id="20" creationId="{9A147FF0-C459-C167-798E-22DEB323D310}"/>
          </ac:spMkLst>
        </pc:spChg>
        <pc:spChg chg="del">
          <ac:chgData name="유예나" userId="56804d69-2be5-4f9a-85f3-71ac819806f9" providerId="ADAL" clId="{58D894AC-7E04-41DB-A3C3-482DED13BEE6}" dt="2024-01-25T04:03:54.199" v="246" actId="478"/>
          <ac:spMkLst>
            <pc:docMk/>
            <pc:sldMk cId="4188210936" sldId="516"/>
            <ac:spMk id="21" creationId="{0FAEA8C5-83A2-BA7F-CDC6-A37C6717CBE9}"/>
          </ac:spMkLst>
        </pc:spChg>
        <pc:grpChg chg="add mod">
          <ac:chgData name="유예나" userId="56804d69-2be5-4f9a-85f3-71ac819806f9" providerId="ADAL" clId="{58D894AC-7E04-41DB-A3C3-482DED13BEE6}" dt="2024-01-25T04:04:00.424" v="250" actId="1076"/>
          <ac:grpSpMkLst>
            <pc:docMk/>
            <pc:sldMk cId="4188210936" sldId="516"/>
            <ac:grpSpMk id="7" creationId="{D6927CB1-7B0F-018E-A289-1F9FD13074FA}"/>
          </ac:grpSpMkLst>
        </pc:grpChg>
        <pc:grpChg chg="mod">
          <ac:chgData name="유예나" userId="56804d69-2be5-4f9a-85f3-71ac819806f9" providerId="ADAL" clId="{58D894AC-7E04-41DB-A3C3-482DED13BEE6}" dt="2024-01-25T04:04:04.534" v="251" actId="1076"/>
          <ac:grpSpMkLst>
            <pc:docMk/>
            <pc:sldMk cId="4188210936" sldId="516"/>
            <ac:grpSpMk id="18" creationId="{E7A34FBF-B332-2CDA-E5B1-DEEFB73F4951}"/>
          </ac:grpSpMkLst>
        </pc:grpChg>
        <pc:picChg chg="add del">
          <ac:chgData name="유예나" userId="56804d69-2be5-4f9a-85f3-71ac819806f9" providerId="ADAL" clId="{58D894AC-7E04-41DB-A3C3-482DED13BEE6}" dt="2024-01-26T00:03:04.192" v="3400" actId="478"/>
          <ac:picMkLst>
            <pc:docMk/>
            <pc:sldMk cId="4188210936" sldId="516"/>
            <ac:picMk id="9" creationId="{685402D6-7D29-EC03-CF12-20C914F87DA7}"/>
          </ac:picMkLst>
        </pc:picChg>
        <pc:picChg chg="add del">
          <ac:chgData name="유예나" userId="56804d69-2be5-4f9a-85f3-71ac819806f9" providerId="ADAL" clId="{58D894AC-7E04-41DB-A3C3-482DED13BEE6}" dt="2024-01-25T04:23:50.971" v="333" actId="478"/>
          <ac:picMkLst>
            <pc:docMk/>
            <pc:sldMk cId="4188210936" sldId="516"/>
            <ac:picMk id="9" creationId="{D53E7565-75C0-0B32-9D27-368318AD6C8C}"/>
          </ac:picMkLst>
        </pc:picChg>
        <pc:picChg chg="mod">
          <ac:chgData name="유예나" userId="56804d69-2be5-4f9a-85f3-71ac819806f9" providerId="ADAL" clId="{58D894AC-7E04-41DB-A3C3-482DED13BEE6}" dt="2024-01-25T04:03:58.840" v="249" actId="164"/>
          <ac:picMkLst>
            <pc:docMk/>
            <pc:sldMk cId="4188210936" sldId="516"/>
            <ac:picMk id="14" creationId="{5E429E03-54AA-A297-64DC-AC80F3F0E254}"/>
          </ac:picMkLst>
        </pc:picChg>
        <pc:picChg chg="del mod">
          <ac:chgData name="유예나" userId="56804d69-2be5-4f9a-85f3-71ac819806f9" providerId="ADAL" clId="{58D894AC-7E04-41DB-A3C3-482DED13BEE6}" dt="2024-01-25T04:03:53.268" v="245" actId="478"/>
          <ac:picMkLst>
            <pc:docMk/>
            <pc:sldMk cId="4188210936" sldId="516"/>
            <ac:picMk id="15" creationId="{3C3C8ED7-9A8D-2647-99B4-7872E2B16551}"/>
          </ac:picMkLst>
        </pc:picChg>
      </pc:sldChg>
      <pc:sldChg chg="del">
        <pc:chgData name="유예나" userId="56804d69-2be5-4f9a-85f3-71ac819806f9" providerId="ADAL" clId="{58D894AC-7E04-41DB-A3C3-482DED13BEE6}" dt="2024-01-25T04:04:18.430" v="252" actId="47"/>
        <pc:sldMkLst>
          <pc:docMk/>
          <pc:sldMk cId="1273705593" sldId="517"/>
        </pc:sldMkLst>
      </pc:sldChg>
      <pc:sldChg chg="del">
        <pc:chgData name="유예나" userId="56804d69-2be5-4f9a-85f3-71ac819806f9" providerId="ADAL" clId="{58D894AC-7E04-41DB-A3C3-482DED13BEE6}" dt="2024-01-25T02:40:06.671" v="6" actId="47"/>
        <pc:sldMkLst>
          <pc:docMk/>
          <pc:sldMk cId="976758863" sldId="520"/>
        </pc:sldMkLst>
      </pc:sldChg>
      <pc:sldChg chg="modSp del mod">
        <pc:chgData name="유예나" userId="56804d69-2be5-4f9a-85f3-71ac819806f9" providerId="ADAL" clId="{58D894AC-7E04-41DB-A3C3-482DED13BEE6}" dt="2024-01-25T02:44:54.821" v="8" actId="47"/>
        <pc:sldMkLst>
          <pc:docMk/>
          <pc:sldMk cId="2889548620" sldId="521"/>
        </pc:sldMkLst>
        <pc:spChg chg="mod">
          <ac:chgData name="유예나" userId="56804d69-2be5-4f9a-85f3-71ac819806f9" providerId="ADAL" clId="{58D894AC-7E04-41DB-A3C3-482DED13BEE6}" dt="2024-01-25T02:44:53.276" v="7" actId="1076"/>
          <ac:spMkLst>
            <pc:docMk/>
            <pc:sldMk cId="2889548620" sldId="521"/>
            <ac:spMk id="23" creationId="{6A6A6D37-9ACD-E04D-C3B5-1C2A7395CE8E}"/>
          </ac:spMkLst>
        </pc:spChg>
      </pc:sldChg>
      <pc:sldChg chg="addSp delSp modSp mod ord">
        <pc:chgData name="유예나" userId="56804d69-2be5-4f9a-85f3-71ac819806f9" providerId="ADAL" clId="{58D894AC-7E04-41DB-A3C3-482DED13BEE6}" dt="2024-01-26T08:13:13.641" v="7916"/>
        <pc:sldMkLst>
          <pc:docMk/>
          <pc:sldMk cId="3483092939" sldId="522"/>
        </pc:sldMkLst>
        <pc:spChg chg="mod">
          <ac:chgData name="유예나" userId="56804d69-2be5-4f9a-85f3-71ac819806f9" providerId="ADAL" clId="{58D894AC-7E04-41DB-A3C3-482DED13BEE6}" dt="2024-01-25T04:09:12.271" v="284"/>
          <ac:spMkLst>
            <pc:docMk/>
            <pc:sldMk cId="3483092939" sldId="522"/>
            <ac:spMk id="3" creationId="{221B0E9C-80C3-413B-A6EE-BB5C44D07132}"/>
          </ac:spMkLst>
        </pc:spChg>
        <pc:spChg chg="del">
          <ac:chgData name="유예나" userId="56804d69-2be5-4f9a-85f3-71ac819806f9" providerId="ADAL" clId="{58D894AC-7E04-41DB-A3C3-482DED13BEE6}" dt="2024-01-25T04:08:56.685" v="266" actId="478"/>
          <ac:spMkLst>
            <pc:docMk/>
            <pc:sldMk cId="3483092939" sldId="522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6T08:11:44.056" v="7848"/>
          <ac:spMkLst>
            <pc:docMk/>
            <pc:sldMk cId="3483092939" sldId="522"/>
            <ac:spMk id="6" creationId="{582D5F6C-D43D-C427-DAD2-94F593565150}"/>
          </ac:spMkLst>
        </pc:spChg>
        <pc:spChg chg="del">
          <ac:chgData name="유예나" userId="56804d69-2be5-4f9a-85f3-71ac819806f9" providerId="ADAL" clId="{58D894AC-7E04-41DB-A3C3-482DED13BEE6}" dt="2024-01-25T04:08:57.882" v="267" actId="478"/>
          <ac:spMkLst>
            <pc:docMk/>
            <pc:sldMk cId="3483092939" sldId="522"/>
            <ac:spMk id="6" creationId="{A53606D2-C5A0-42E5-B1CF-5BBD4D5E5F90}"/>
          </ac:spMkLst>
        </pc:spChg>
        <pc:spChg chg="add del mod">
          <ac:chgData name="유예나" userId="56804d69-2be5-4f9a-85f3-71ac819806f9" providerId="ADAL" clId="{58D894AC-7E04-41DB-A3C3-482DED13BEE6}" dt="2024-01-25T04:56:56.747" v="636" actId="478"/>
          <ac:spMkLst>
            <pc:docMk/>
            <pc:sldMk cId="3483092939" sldId="522"/>
            <ac:spMk id="6" creationId="{E3DC53F3-EC3F-23B8-9346-79FB81161EFD}"/>
          </ac:spMkLst>
        </pc:spChg>
        <pc:spChg chg="mod">
          <ac:chgData name="유예나" userId="56804d69-2be5-4f9a-85f3-71ac819806f9" providerId="ADAL" clId="{58D894AC-7E04-41DB-A3C3-482DED13BEE6}" dt="2024-01-26T08:13:13.641" v="7916"/>
          <ac:spMkLst>
            <pc:docMk/>
            <pc:sldMk cId="3483092939" sldId="522"/>
            <ac:spMk id="7" creationId="{588210B7-5981-AD62-D2BA-3C3DAF292AFD}"/>
          </ac:spMkLst>
        </pc:spChg>
        <pc:spChg chg="add mod">
          <ac:chgData name="유예나" userId="56804d69-2be5-4f9a-85f3-71ac819806f9" providerId="ADAL" clId="{58D894AC-7E04-41DB-A3C3-482DED13BEE6}" dt="2024-01-25T04:56:53.538" v="635"/>
          <ac:spMkLst>
            <pc:docMk/>
            <pc:sldMk cId="3483092939" sldId="522"/>
            <ac:spMk id="7" creationId="{DBAF24CF-2424-A877-82C2-8C780D2A9EE5}"/>
          </ac:spMkLst>
        </pc:spChg>
        <pc:spChg chg="add mod">
          <ac:chgData name="유예나" userId="56804d69-2be5-4f9a-85f3-71ac819806f9" providerId="ADAL" clId="{58D894AC-7E04-41DB-A3C3-482DED13BEE6}" dt="2024-01-25T05:46:54.685" v="1183"/>
          <ac:spMkLst>
            <pc:docMk/>
            <pc:sldMk cId="3483092939" sldId="522"/>
            <ac:spMk id="8" creationId="{D0EFA34D-11CE-ADC7-DC27-6F1DB8FE40AD}"/>
          </ac:spMkLst>
        </pc:spChg>
        <pc:spChg chg="add del mod">
          <ac:chgData name="유예나" userId="56804d69-2be5-4f9a-85f3-71ac819806f9" providerId="ADAL" clId="{58D894AC-7E04-41DB-A3C3-482DED13BEE6}" dt="2024-01-25T04:08:59.879" v="269" actId="478"/>
          <ac:spMkLst>
            <pc:docMk/>
            <pc:sldMk cId="3483092939" sldId="522"/>
            <ac:spMk id="9" creationId="{819CB1AB-9E56-8BC7-00EE-DD0C5CA665FF}"/>
          </ac:spMkLst>
        </pc:spChg>
        <pc:spChg chg="add del mod">
          <ac:chgData name="유예나" userId="56804d69-2be5-4f9a-85f3-71ac819806f9" providerId="ADAL" clId="{58D894AC-7E04-41DB-A3C3-482DED13BEE6}" dt="2024-01-25T04:08:58.935" v="268" actId="478"/>
          <ac:spMkLst>
            <pc:docMk/>
            <pc:sldMk cId="3483092939" sldId="522"/>
            <ac:spMk id="11" creationId="{A22F597B-E9FB-4077-245A-D17DE77E61DB}"/>
          </ac:spMkLst>
        </pc:spChg>
        <pc:spChg chg="add del mod">
          <ac:chgData name="유예나" userId="56804d69-2be5-4f9a-85f3-71ac819806f9" providerId="ADAL" clId="{58D894AC-7E04-41DB-A3C3-482DED13BEE6}" dt="2024-01-25T04:56:51.785" v="633" actId="478"/>
          <ac:spMkLst>
            <pc:docMk/>
            <pc:sldMk cId="3483092939" sldId="522"/>
            <ac:spMk id="12" creationId="{E2054E61-9BE6-0486-2BBB-0A6621BDEFAA}"/>
          </ac:spMkLst>
        </pc:spChg>
        <pc:spChg chg="add mod">
          <ac:chgData name="유예나" userId="56804d69-2be5-4f9a-85f3-71ac819806f9" providerId="ADAL" clId="{58D894AC-7E04-41DB-A3C3-482DED13BEE6}" dt="2024-01-25T04:49:49.340" v="618" actId="20577"/>
          <ac:spMkLst>
            <pc:docMk/>
            <pc:sldMk cId="3483092939" sldId="522"/>
            <ac:spMk id="13" creationId="{CDE99B3E-602C-5EB4-DB26-202F70116C01}"/>
          </ac:spMkLst>
        </pc:spChg>
        <pc:spChg chg="del">
          <ac:chgData name="유예나" userId="56804d69-2be5-4f9a-85f3-71ac819806f9" providerId="ADAL" clId="{58D894AC-7E04-41DB-A3C3-482DED13BEE6}" dt="2024-01-25T04:09:42.382" v="291" actId="478"/>
          <ac:spMkLst>
            <pc:docMk/>
            <pc:sldMk cId="3483092939" sldId="522"/>
            <ac:spMk id="17" creationId="{E6E044BB-F986-588C-3F24-F9086172F6D1}"/>
          </ac:spMkLst>
        </pc:spChg>
        <pc:spChg chg="mod">
          <ac:chgData name="유예나" userId="56804d69-2be5-4f9a-85f3-71ac819806f9" providerId="ADAL" clId="{58D894AC-7E04-41DB-A3C3-482DED13BEE6}" dt="2024-01-25T04:10:41.832" v="317" actId="207"/>
          <ac:spMkLst>
            <pc:docMk/>
            <pc:sldMk cId="3483092939" sldId="522"/>
            <ac:spMk id="18" creationId="{16120C73-6AF9-0441-7DF1-CB349FAD573F}"/>
          </ac:spMkLst>
        </pc:spChg>
        <pc:spChg chg="mod">
          <ac:chgData name="유예나" userId="56804d69-2be5-4f9a-85f3-71ac819806f9" providerId="ADAL" clId="{58D894AC-7E04-41DB-A3C3-482DED13BEE6}" dt="2024-01-25T04:10:47.820" v="318" actId="208"/>
          <ac:spMkLst>
            <pc:docMk/>
            <pc:sldMk cId="3483092939" sldId="522"/>
            <ac:spMk id="19" creationId="{869B977E-24D9-0495-A0DE-2C72163AF95A}"/>
          </ac:spMkLst>
        </pc:spChg>
        <pc:spChg chg="mod">
          <ac:chgData name="유예나" userId="56804d69-2be5-4f9a-85f3-71ac819806f9" providerId="ADAL" clId="{58D894AC-7E04-41DB-A3C3-482DED13BEE6}" dt="2024-01-25T04:10:33.875" v="316" actId="20577"/>
          <ac:spMkLst>
            <pc:docMk/>
            <pc:sldMk cId="3483092939" sldId="522"/>
            <ac:spMk id="20" creationId="{5D35073E-BF58-3A30-D846-078E955FC2F1}"/>
          </ac:spMkLst>
        </pc:spChg>
        <pc:spChg chg="mod">
          <ac:chgData name="유예나" userId="56804d69-2be5-4f9a-85f3-71ac819806f9" providerId="ADAL" clId="{58D894AC-7E04-41DB-A3C3-482DED13BEE6}" dt="2024-01-25T04:11:19.548" v="330" actId="255"/>
          <ac:spMkLst>
            <pc:docMk/>
            <pc:sldMk cId="3483092939" sldId="522"/>
            <ac:spMk id="25" creationId="{55B958A1-1A68-4FAF-8CB7-311180C151AE}"/>
          </ac:spMkLst>
        </pc:spChg>
        <pc:grpChg chg="add mod">
          <ac:chgData name="유예나" userId="56804d69-2be5-4f9a-85f3-71ac819806f9" providerId="ADAL" clId="{58D894AC-7E04-41DB-A3C3-482DED13BEE6}" dt="2024-01-26T08:11:44.056" v="7848"/>
          <ac:grpSpMkLst>
            <pc:docMk/>
            <pc:sldMk cId="3483092939" sldId="522"/>
            <ac:grpSpMk id="5" creationId="{42E63076-BD95-5359-E46E-B24D6CA84C04}"/>
          </ac:grpSpMkLst>
        </pc:grpChg>
        <pc:grpChg chg="add mod">
          <ac:chgData name="유예나" userId="56804d69-2be5-4f9a-85f3-71ac819806f9" providerId="ADAL" clId="{58D894AC-7E04-41DB-A3C3-482DED13BEE6}" dt="2024-01-25T04:09:56.381" v="293" actId="1076"/>
          <ac:grpSpMkLst>
            <pc:docMk/>
            <pc:sldMk cId="3483092939" sldId="522"/>
            <ac:grpSpMk id="16" creationId="{98A52FE1-05CB-579A-A04F-2431B301140B}"/>
          </ac:grpSpMkLst>
        </pc:grpChg>
        <pc:picChg chg="del">
          <ac:chgData name="유예나" userId="56804d69-2be5-4f9a-85f3-71ac819806f9" providerId="ADAL" clId="{58D894AC-7E04-41DB-A3C3-482DED13BEE6}" dt="2024-01-25T04:09:03.892" v="271" actId="478"/>
          <ac:picMkLst>
            <pc:docMk/>
            <pc:sldMk cId="3483092939" sldId="522"/>
            <ac:picMk id="7" creationId="{93C3B431-5CAE-2B53-CD64-B2C7B19337A3}"/>
          </ac:picMkLst>
        </pc:picChg>
        <pc:picChg chg="add mod">
          <ac:chgData name="유예나" userId="56804d69-2be5-4f9a-85f3-71ac819806f9" providerId="ADAL" clId="{58D894AC-7E04-41DB-A3C3-482DED13BEE6}" dt="2024-01-25T04:09:58" v="294" actId="1076"/>
          <ac:picMkLst>
            <pc:docMk/>
            <pc:sldMk cId="3483092939" sldId="522"/>
            <ac:picMk id="15" creationId="{432C424F-D305-6DDA-FEDC-4ED144ABC4B4}"/>
          </ac:picMkLst>
        </pc:picChg>
      </pc:sldChg>
      <pc:sldChg chg="modSp del mod">
        <pc:chgData name="유예나" userId="56804d69-2be5-4f9a-85f3-71ac819806f9" providerId="ADAL" clId="{58D894AC-7E04-41DB-A3C3-482DED13BEE6}" dt="2024-01-25T05:51:54.993" v="1203" actId="47"/>
        <pc:sldMkLst>
          <pc:docMk/>
          <pc:sldMk cId="2488529480" sldId="523"/>
        </pc:sldMkLst>
        <pc:spChg chg="mod">
          <ac:chgData name="유예나" userId="56804d69-2be5-4f9a-85f3-71ac819806f9" providerId="ADAL" clId="{58D894AC-7E04-41DB-A3C3-482DED13BEE6}" dt="2024-01-25T05:49:31.109" v="1194"/>
          <ac:spMkLst>
            <pc:docMk/>
            <pc:sldMk cId="2488529480" sldId="523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5:49:20.413" v="1193" actId="20577"/>
          <ac:spMkLst>
            <pc:docMk/>
            <pc:sldMk cId="2488529480" sldId="523"/>
            <ac:spMk id="6" creationId="{A53606D2-C5A0-42E5-B1CF-5BBD4D5E5F90}"/>
          </ac:spMkLst>
        </pc:spChg>
      </pc:sldChg>
      <pc:sldChg chg="modSp del mod">
        <pc:chgData name="유예나" userId="56804d69-2be5-4f9a-85f3-71ac819806f9" providerId="ADAL" clId="{58D894AC-7E04-41DB-A3C3-482DED13BEE6}" dt="2024-01-25T05:53:58.254" v="1208" actId="47"/>
        <pc:sldMkLst>
          <pc:docMk/>
          <pc:sldMk cId="4207104485" sldId="535"/>
        </pc:sldMkLst>
        <pc:spChg chg="mod">
          <ac:chgData name="유예나" userId="56804d69-2be5-4f9a-85f3-71ac819806f9" providerId="ADAL" clId="{58D894AC-7E04-41DB-A3C3-482DED13BEE6}" dt="2024-01-25T05:53:56.944" v="1207" actId="6549"/>
          <ac:spMkLst>
            <pc:docMk/>
            <pc:sldMk cId="4207104485" sldId="535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4207104485" sldId="535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5:54:06.345" v="1209" actId="47"/>
        <pc:sldMkLst>
          <pc:docMk/>
          <pc:sldMk cId="4242141357" sldId="536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4242141357" sldId="536"/>
            <ac:spMk id="5" creationId="{8E5D141B-F47E-4265-8F69-D191722C6659}"/>
          </ac:spMkLst>
        </pc:spChg>
      </pc:sldChg>
      <pc:sldChg chg="modSp">
        <pc:chgData name="유예나" userId="56804d69-2be5-4f9a-85f3-71ac819806f9" providerId="ADAL" clId="{58D894AC-7E04-41DB-A3C3-482DED13BEE6}" dt="2024-01-25T05:47:59.269" v="1186"/>
        <pc:sldMkLst>
          <pc:docMk/>
          <pc:sldMk cId="463336508" sldId="537"/>
        </pc:sldMkLst>
        <pc:spChg chg="mod">
          <ac:chgData name="유예나" userId="56804d69-2be5-4f9a-85f3-71ac819806f9" providerId="ADAL" clId="{58D894AC-7E04-41DB-A3C3-482DED13BEE6}" dt="2024-01-25T05:47:59.269" v="1186"/>
          <ac:spMkLst>
            <pc:docMk/>
            <pc:sldMk cId="463336508" sldId="537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5:54:50.684" v="1210" actId="47"/>
        <pc:sldMkLst>
          <pc:docMk/>
          <pc:sldMk cId="949522405" sldId="538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949522405" sldId="538"/>
            <ac:spMk id="5" creationId="{8E5D141B-F47E-4265-8F69-D191722C6659}"/>
          </ac:spMkLst>
        </pc:spChg>
      </pc:sldChg>
      <pc:sldChg chg="delSp modSp mod">
        <pc:chgData name="유예나" userId="56804d69-2be5-4f9a-85f3-71ac819806f9" providerId="ADAL" clId="{58D894AC-7E04-41DB-A3C3-482DED13BEE6}" dt="2024-01-25T06:06:10.131" v="1360" actId="20577"/>
        <pc:sldMkLst>
          <pc:docMk/>
          <pc:sldMk cId="687805085" sldId="540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687805085" sldId="540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6:06:10.131" v="1360" actId="20577"/>
          <ac:spMkLst>
            <pc:docMk/>
            <pc:sldMk cId="687805085" sldId="540"/>
            <ac:spMk id="6" creationId="{A53606D2-C5A0-42E5-B1CF-5BBD4D5E5F90}"/>
          </ac:spMkLst>
        </pc:spChg>
        <pc:spChg chg="mod">
          <ac:chgData name="유예나" userId="56804d69-2be5-4f9a-85f3-71ac819806f9" providerId="ADAL" clId="{58D894AC-7E04-41DB-A3C3-482DED13BEE6}" dt="2024-01-25T05:57:44.593" v="1325" actId="20577"/>
          <ac:spMkLst>
            <pc:docMk/>
            <pc:sldMk cId="687805085" sldId="540"/>
            <ac:spMk id="8" creationId="{D5A86BBA-7A94-48CD-B535-19792F337EC2}"/>
          </ac:spMkLst>
        </pc:spChg>
        <pc:spChg chg="mod">
          <ac:chgData name="유예나" userId="56804d69-2be5-4f9a-85f3-71ac819806f9" providerId="ADAL" clId="{58D894AC-7E04-41DB-A3C3-482DED13BEE6}" dt="2024-01-25T05:58:01.731" v="1332" actId="14100"/>
          <ac:spMkLst>
            <pc:docMk/>
            <pc:sldMk cId="687805085" sldId="540"/>
            <ac:spMk id="10" creationId="{B13E9B0E-55DC-C757-CC0B-9A5BB07BD92A}"/>
          </ac:spMkLst>
        </pc:spChg>
        <pc:spChg chg="mod">
          <ac:chgData name="유예나" userId="56804d69-2be5-4f9a-85f3-71ac819806f9" providerId="ADAL" clId="{58D894AC-7E04-41DB-A3C3-482DED13BEE6}" dt="2024-01-25T05:56:09.353" v="1268"/>
          <ac:spMkLst>
            <pc:docMk/>
            <pc:sldMk cId="687805085" sldId="540"/>
            <ac:spMk id="12" creationId="{2BA6664E-3C4E-F191-9FB6-C78DD1BCEAE6}"/>
          </ac:spMkLst>
        </pc:spChg>
        <pc:spChg chg="mod">
          <ac:chgData name="유예나" userId="56804d69-2be5-4f9a-85f3-71ac819806f9" providerId="ADAL" clId="{58D894AC-7E04-41DB-A3C3-482DED13BEE6}" dt="2024-01-25T05:57:22.256" v="1322" actId="20577"/>
          <ac:spMkLst>
            <pc:docMk/>
            <pc:sldMk cId="687805085" sldId="540"/>
            <ac:spMk id="13" creationId="{72650384-C510-6B65-FA19-6583FAF5309D}"/>
          </ac:spMkLst>
        </pc:spChg>
        <pc:spChg chg="mod">
          <ac:chgData name="유예나" userId="56804d69-2be5-4f9a-85f3-71ac819806f9" providerId="ADAL" clId="{58D894AC-7E04-41DB-A3C3-482DED13BEE6}" dt="2024-01-25T05:57:15.355" v="1321" actId="20577"/>
          <ac:spMkLst>
            <pc:docMk/>
            <pc:sldMk cId="687805085" sldId="540"/>
            <ac:spMk id="25" creationId="{871C0DF4-D8CA-4679-BC96-3A63E975FC3D}"/>
          </ac:spMkLst>
        </pc:spChg>
        <pc:grpChg chg="mod">
          <ac:chgData name="유예나" userId="56804d69-2be5-4f9a-85f3-71ac819806f9" providerId="ADAL" clId="{58D894AC-7E04-41DB-A3C3-482DED13BEE6}" dt="2024-01-25T05:58:15.929" v="1339" actId="1076"/>
          <ac:grpSpMkLst>
            <pc:docMk/>
            <pc:sldMk cId="687805085" sldId="540"/>
            <ac:grpSpMk id="7" creationId="{F0E7F122-8C7E-3701-5A7A-CCCE44A9FB10}"/>
          </ac:grpSpMkLst>
        </pc:grpChg>
        <pc:grpChg chg="mod">
          <ac:chgData name="유예나" userId="56804d69-2be5-4f9a-85f3-71ac819806f9" providerId="ADAL" clId="{58D894AC-7E04-41DB-A3C3-482DED13BEE6}" dt="2024-01-25T05:58:21.112" v="1348" actId="1076"/>
          <ac:grpSpMkLst>
            <pc:docMk/>
            <pc:sldMk cId="687805085" sldId="540"/>
            <ac:grpSpMk id="11" creationId="{BFFF6C4F-F93B-08B8-396B-54F6248014C4}"/>
          </ac:grpSpMkLst>
        </pc:grpChg>
        <pc:grpChg chg="del">
          <ac:chgData name="유예나" userId="56804d69-2be5-4f9a-85f3-71ac819806f9" providerId="ADAL" clId="{58D894AC-7E04-41DB-A3C3-482DED13BEE6}" dt="2024-01-25T05:55:40.117" v="1212" actId="478"/>
          <ac:grpSpMkLst>
            <pc:docMk/>
            <pc:sldMk cId="687805085" sldId="540"/>
            <ac:grpSpMk id="17" creationId="{5CB94FA5-49A1-CC24-F481-3A95D43E2A5E}"/>
          </ac:grpSpMkLst>
        </pc:grpChg>
        <pc:grpChg chg="mod">
          <ac:chgData name="유예나" userId="56804d69-2be5-4f9a-85f3-71ac819806f9" providerId="ADAL" clId="{58D894AC-7E04-41DB-A3C3-482DED13BEE6}" dt="2024-01-25T05:58:19.164" v="1347" actId="1036"/>
          <ac:grpSpMkLst>
            <pc:docMk/>
            <pc:sldMk cId="687805085" sldId="540"/>
            <ac:grpSpMk id="22" creationId="{A2C447A4-00C9-4FDB-843E-D38D4F1CD42C}"/>
          </ac:grpSpMkLst>
        </pc:grpChg>
        <pc:picChg chg="mod">
          <ac:chgData name="유예나" userId="56804d69-2be5-4f9a-85f3-71ac819806f9" providerId="ADAL" clId="{58D894AC-7E04-41DB-A3C3-482DED13BEE6}" dt="2024-01-25T05:58:13.286" v="1338" actId="1076"/>
          <ac:picMkLst>
            <pc:docMk/>
            <pc:sldMk cId="687805085" sldId="540"/>
            <ac:picMk id="9" creationId="{7841AA55-CF3C-0006-861F-F1EA0DB1D8DA}"/>
          </ac:picMkLst>
        </pc:picChg>
      </pc:sldChg>
      <pc:sldChg chg="modSp del">
        <pc:chgData name="유예나" userId="56804d69-2be5-4f9a-85f3-71ac819806f9" providerId="ADAL" clId="{58D894AC-7E04-41DB-A3C3-482DED13BEE6}" dt="2024-01-25T05:55:06.420" v="1211" actId="47"/>
        <pc:sldMkLst>
          <pc:docMk/>
          <pc:sldMk cId="3032742818" sldId="541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3032742818" sldId="541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5:58:43.647" v="1349" actId="47"/>
        <pc:sldMkLst>
          <pc:docMk/>
          <pc:sldMk cId="2042481589" sldId="544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2042481589" sldId="544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5:58:44.376" v="1350" actId="47"/>
        <pc:sldMkLst>
          <pc:docMk/>
          <pc:sldMk cId="4212273828" sldId="545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4212273828" sldId="545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6:01:01.794" v="1351" actId="47"/>
        <pc:sldMkLst>
          <pc:docMk/>
          <pc:sldMk cId="2431523829" sldId="549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2431523829" sldId="549"/>
            <ac:spMk id="5" creationId="{8E5D141B-F47E-4265-8F69-D191722C6659}"/>
          </ac:spMkLst>
        </pc:spChg>
      </pc:sldChg>
      <pc:sldChg chg="modSp del mod">
        <pc:chgData name="유예나" userId="56804d69-2be5-4f9a-85f3-71ac819806f9" providerId="ADAL" clId="{58D894AC-7E04-41DB-A3C3-482DED13BEE6}" dt="2024-01-25T06:01:12.237" v="1353" actId="47"/>
        <pc:sldMkLst>
          <pc:docMk/>
          <pc:sldMk cId="3866700721" sldId="550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3866700721" sldId="550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6:01:11.087" v="1352" actId="6549"/>
          <ac:spMkLst>
            <pc:docMk/>
            <pc:sldMk cId="3866700721" sldId="550"/>
            <ac:spMk id="25" creationId="{871C0DF4-D8CA-4679-BC96-3A63E975FC3D}"/>
          </ac:spMkLst>
        </pc:spChg>
      </pc:sldChg>
      <pc:sldChg chg="modSp del mod">
        <pc:chgData name="유예나" userId="56804d69-2be5-4f9a-85f3-71ac819806f9" providerId="ADAL" clId="{58D894AC-7E04-41DB-A3C3-482DED13BEE6}" dt="2024-01-25T06:01:30.248" v="1355" actId="47"/>
        <pc:sldMkLst>
          <pc:docMk/>
          <pc:sldMk cId="4046614859" sldId="551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4046614859" sldId="551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6:01:28.590" v="1354" actId="6549"/>
          <ac:spMkLst>
            <pc:docMk/>
            <pc:sldMk cId="4046614859" sldId="551"/>
            <ac:spMk id="17" creationId="{84398C3B-778E-4E0C-1BB0-460ECA8A42A0}"/>
          </ac:spMkLst>
        </pc:spChg>
      </pc:sldChg>
      <pc:sldChg chg="modSp del mod">
        <pc:chgData name="유예나" userId="56804d69-2be5-4f9a-85f3-71ac819806f9" providerId="ADAL" clId="{58D894AC-7E04-41DB-A3C3-482DED13BEE6}" dt="2024-01-25T06:05:50.267" v="1359" actId="47"/>
        <pc:sldMkLst>
          <pc:docMk/>
          <pc:sldMk cId="181530914" sldId="552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181530914" sldId="552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6:05:47.451" v="1356" actId="6549"/>
          <ac:spMkLst>
            <pc:docMk/>
            <pc:sldMk cId="181530914" sldId="552"/>
            <ac:spMk id="8" creationId="{D5A86BBA-7A94-48CD-B535-19792F337EC2}"/>
          </ac:spMkLst>
        </pc:spChg>
      </pc:sldChg>
      <pc:sldChg chg="modSp del">
        <pc:chgData name="유예나" userId="56804d69-2be5-4f9a-85f3-71ac819806f9" providerId="ADAL" clId="{58D894AC-7E04-41DB-A3C3-482DED13BEE6}" dt="2024-01-25T06:05:48.424" v="1357" actId="47"/>
        <pc:sldMkLst>
          <pc:docMk/>
          <pc:sldMk cId="3907757595" sldId="555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3907757595" sldId="555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6:05:49.236" v="1358" actId="47"/>
        <pc:sldMkLst>
          <pc:docMk/>
          <pc:sldMk cId="3517883761" sldId="556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3517883761" sldId="556"/>
            <ac:spMk id="5" creationId="{8E5D141B-F47E-4265-8F69-D191722C6659}"/>
          </ac:spMkLst>
        </pc:spChg>
      </pc:sldChg>
      <pc:sldChg chg="modSp del mod">
        <pc:chgData name="유예나" userId="56804d69-2be5-4f9a-85f3-71ac819806f9" providerId="ADAL" clId="{58D894AC-7E04-41DB-A3C3-482DED13BEE6}" dt="2024-01-25T06:06:36.044" v="1362" actId="47"/>
        <pc:sldMkLst>
          <pc:docMk/>
          <pc:sldMk cId="233206155" sldId="558"/>
        </pc:sldMkLst>
        <pc:spChg chg="mod">
          <ac:chgData name="유예나" userId="56804d69-2be5-4f9a-85f3-71ac819806f9" providerId="ADAL" clId="{58D894AC-7E04-41DB-A3C3-482DED13BEE6}" dt="2024-01-25T06:06:33.808" v="1361" actId="6549"/>
          <ac:spMkLst>
            <pc:docMk/>
            <pc:sldMk cId="233206155" sldId="558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233206155" sldId="558"/>
            <ac:spMk id="5" creationId="{8E5D141B-F47E-4265-8F69-D191722C6659}"/>
          </ac:spMkLst>
        </pc:spChg>
      </pc:sldChg>
      <pc:sldChg chg="del">
        <pc:chgData name="유예나" userId="56804d69-2be5-4f9a-85f3-71ac819806f9" providerId="ADAL" clId="{58D894AC-7E04-41DB-A3C3-482DED13BEE6}" dt="2024-01-25T02:50:25.728" v="12" actId="47"/>
        <pc:sldMkLst>
          <pc:docMk/>
          <pc:sldMk cId="2171770823" sldId="563"/>
        </pc:sldMkLst>
      </pc:sldChg>
      <pc:sldChg chg="addSp delSp modSp add del mod modClrScheme chgLayout">
        <pc:chgData name="유예나" userId="56804d69-2be5-4f9a-85f3-71ac819806f9" providerId="ADAL" clId="{58D894AC-7E04-41DB-A3C3-482DED13BEE6}" dt="2024-01-26T02:48:18.149" v="5867" actId="700"/>
        <pc:sldMkLst>
          <pc:docMk/>
          <pc:sldMk cId="1980706912" sldId="564"/>
        </pc:sldMkLst>
        <pc:spChg chg="mod ord">
          <ac:chgData name="유예나" userId="56804d69-2be5-4f9a-85f3-71ac819806f9" providerId="ADAL" clId="{58D894AC-7E04-41DB-A3C3-482DED13BEE6}" dt="2024-01-26T02:48:18.149" v="5867" actId="700"/>
          <ac:spMkLst>
            <pc:docMk/>
            <pc:sldMk cId="1980706912" sldId="564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6T02:48:18.149" v="5867" actId="700"/>
          <ac:spMkLst>
            <pc:docMk/>
            <pc:sldMk cId="1980706912" sldId="564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6T02:48:18.149" v="5867" actId="700"/>
          <ac:spMkLst>
            <pc:docMk/>
            <pc:sldMk cId="1980706912" sldId="564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6T02:48:18.149" v="5867" actId="700"/>
          <ac:spMkLst>
            <pc:docMk/>
            <pc:sldMk cId="1980706912" sldId="564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6T02:48:18.149" v="5867" actId="700"/>
          <ac:spMkLst>
            <pc:docMk/>
            <pc:sldMk cId="1980706912" sldId="564"/>
            <ac:spMk id="6" creationId="{A53606D2-C5A0-42E5-B1CF-5BBD4D5E5F90}"/>
          </ac:spMkLst>
        </pc:spChg>
        <pc:spChg chg="mod ord">
          <ac:chgData name="유예나" userId="56804d69-2be5-4f9a-85f3-71ac819806f9" providerId="ADAL" clId="{58D894AC-7E04-41DB-A3C3-482DED13BEE6}" dt="2024-01-26T02:48:18.149" v="5867" actId="700"/>
          <ac:spMkLst>
            <pc:docMk/>
            <pc:sldMk cId="1980706912" sldId="564"/>
            <ac:spMk id="7" creationId="{0953B07E-4160-8760-EC10-39965AF8CAAE}"/>
          </ac:spMkLst>
        </pc:spChg>
        <pc:spChg chg="mod">
          <ac:chgData name="유예나" userId="56804d69-2be5-4f9a-85f3-71ac819806f9" providerId="ADAL" clId="{58D894AC-7E04-41DB-A3C3-482DED13BEE6}" dt="2024-01-25T06:09:57.544" v="1411" actId="164"/>
          <ac:spMkLst>
            <pc:docMk/>
            <pc:sldMk cId="1980706912" sldId="564"/>
            <ac:spMk id="9" creationId="{6879D898-346C-F58E-8889-4430E814A797}"/>
          </ac:spMkLst>
        </pc:spChg>
        <pc:spChg chg="mod">
          <ac:chgData name="유예나" userId="56804d69-2be5-4f9a-85f3-71ac819806f9" providerId="ADAL" clId="{58D894AC-7E04-41DB-A3C3-482DED13BEE6}" dt="2024-01-25T06:08:37.472" v="1396"/>
          <ac:spMkLst>
            <pc:docMk/>
            <pc:sldMk cId="1980706912" sldId="564"/>
            <ac:spMk id="12" creationId="{429B9A92-2B79-B423-0279-0B91E8864810}"/>
          </ac:spMkLst>
        </pc:spChg>
        <pc:spChg chg="add mod">
          <ac:chgData name="유예나" userId="56804d69-2be5-4f9a-85f3-71ac819806f9" providerId="ADAL" clId="{58D894AC-7E04-41DB-A3C3-482DED13BEE6}" dt="2024-01-26T02:45:40.641" v="5818" actId="164"/>
          <ac:spMkLst>
            <pc:docMk/>
            <pc:sldMk cId="1980706912" sldId="564"/>
            <ac:spMk id="19" creationId="{8FE4EFCD-B0DC-A9B8-93E9-47BE410DE95C}"/>
          </ac:spMkLst>
        </pc:spChg>
        <pc:spChg chg="mod">
          <ac:chgData name="유예나" userId="56804d69-2be5-4f9a-85f3-71ac819806f9" providerId="ADAL" clId="{58D894AC-7E04-41DB-A3C3-482DED13BEE6}" dt="2024-01-25T06:09:57.544" v="1411" actId="164"/>
          <ac:spMkLst>
            <pc:docMk/>
            <pc:sldMk cId="1980706912" sldId="564"/>
            <ac:spMk id="20" creationId="{F16A2CBB-A545-73CD-0E4A-CF76D21441C7}"/>
          </ac:spMkLst>
        </pc:spChg>
        <pc:spChg chg="mod">
          <ac:chgData name="유예나" userId="56804d69-2be5-4f9a-85f3-71ac819806f9" providerId="ADAL" clId="{58D894AC-7E04-41DB-A3C3-482DED13BEE6}" dt="2024-01-25T06:08:30.865" v="1395" actId="207"/>
          <ac:spMkLst>
            <pc:docMk/>
            <pc:sldMk cId="1980706912" sldId="564"/>
            <ac:spMk id="22" creationId="{34778346-5910-5DD4-F752-5B9AF73B8852}"/>
          </ac:spMkLst>
        </pc:spChg>
        <pc:spChg chg="mod">
          <ac:chgData name="유예나" userId="56804d69-2be5-4f9a-85f3-71ac819806f9" providerId="ADAL" clId="{58D894AC-7E04-41DB-A3C3-482DED13BEE6}" dt="2024-01-25T06:09:57.544" v="1411" actId="164"/>
          <ac:spMkLst>
            <pc:docMk/>
            <pc:sldMk cId="1980706912" sldId="564"/>
            <ac:spMk id="25" creationId="{D31F8569-A8AF-F98C-4E20-505949781F4B}"/>
          </ac:spMkLst>
        </pc:spChg>
        <pc:spChg chg="add mod">
          <ac:chgData name="유예나" userId="56804d69-2be5-4f9a-85f3-71ac819806f9" providerId="ADAL" clId="{58D894AC-7E04-41DB-A3C3-482DED13BEE6}" dt="2024-01-25T06:10:50.195" v="1431" actId="164"/>
          <ac:spMkLst>
            <pc:docMk/>
            <pc:sldMk cId="1980706912" sldId="564"/>
            <ac:spMk id="26" creationId="{EB0618D1-D5AF-BB80-6682-7470A277B18F}"/>
          </ac:spMkLst>
        </pc:spChg>
        <pc:grpChg chg="add mod">
          <ac:chgData name="유예나" userId="56804d69-2be5-4f9a-85f3-71ac819806f9" providerId="ADAL" clId="{58D894AC-7E04-41DB-A3C3-482DED13BEE6}" dt="2024-01-25T06:10:52.182" v="1432" actId="164"/>
          <ac:grpSpMkLst>
            <pc:docMk/>
            <pc:sldMk cId="1980706912" sldId="564"/>
            <ac:grpSpMk id="18" creationId="{60E35FFB-04B0-DB12-4B3D-35256F1DED34}"/>
          </ac:grpSpMkLst>
        </pc:grpChg>
        <pc:grpChg chg="add mod">
          <ac:chgData name="유예나" userId="56804d69-2be5-4f9a-85f3-71ac819806f9" providerId="ADAL" clId="{58D894AC-7E04-41DB-A3C3-482DED13BEE6}" dt="2024-01-26T02:45:40.641" v="5818" actId="164"/>
          <ac:grpSpMkLst>
            <pc:docMk/>
            <pc:sldMk cId="1980706912" sldId="564"/>
            <ac:grpSpMk id="21" creationId="{23890314-A3C2-FD37-1C6B-6D4797C78C4A}"/>
          </ac:grpSpMkLst>
        </pc:grpChg>
        <pc:grpChg chg="add mod">
          <ac:chgData name="유예나" userId="56804d69-2be5-4f9a-85f3-71ac819806f9" providerId="ADAL" clId="{58D894AC-7E04-41DB-A3C3-482DED13BEE6}" dt="2024-01-25T06:10:52.182" v="1432" actId="164"/>
          <ac:grpSpMkLst>
            <pc:docMk/>
            <pc:sldMk cId="1980706912" sldId="564"/>
            <ac:grpSpMk id="27" creationId="{B1BEAC95-21C8-8C6B-CE27-0AE5D3B41A45}"/>
          </ac:grpSpMkLst>
        </pc:grpChg>
        <pc:grpChg chg="add mod">
          <ac:chgData name="유예나" userId="56804d69-2be5-4f9a-85f3-71ac819806f9" providerId="ADAL" clId="{58D894AC-7E04-41DB-A3C3-482DED13BEE6}" dt="2024-01-26T02:45:01.438" v="5800" actId="1076"/>
          <ac:grpSpMkLst>
            <pc:docMk/>
            <pc:sldMk cId="1980706912" sldId="564"/>
            <ac:grpSpMk id="28" creationId="{D310F2C9-97DE-863D-32A7-88356B86B82F}"/>
          </ac:grpSpMkLst>
        </pc:grpChg>
        <pc:picChg chg="add mod ord">
          <ac:chgData name="유예나" userId="56804d69-2be5-4f9a-85f3-71ac819806f9" providerId="ADAL" clId="{58D894AC-7E04-41DB-A3C3-482DED13BEE6}" dt="2024-01-25T06:09:57.544" v="1411" actId="164"/>
          <ac:picMkLst>
            <pc:docMk/>
            <pc:sldMk cId="1980706912" sldId="564"/>
            <ac:picMk id="13" creationId="{9DB10256-EE16-DB09-7E3D-B14063089511}"/>
          </ac:picMkLst>
        </pc:picChg>
        <pc:picChg chg="add mod modCrop">
          <ac:chgData name="유예나" userId="56804d69-2be5-4f9a-85f3-71ac819806f9" providerId="ADAL" clId="{58D894AC-7E04-41DB-A3C3-482DED13BEE6}" dt="2024-01-26T02:45:40.641" v="5818" actId="164"/>
          <ac:picMkLst>
            <pc:docMk/>
            <pc:sldMk cId="1980706912" sldId="564"/>
            <ac:picMk id="14" creationId="{65748859-8548-7DB1-A5BF-001EDB7BC822}"/>
          </ac:picMkLst>
        </pc:picChg>
        <pc:picChg chg="add mod ord">
          <ac:chgData name="유예나" userId="56804d69-2be5-4f9a-85f3-71ac819806f9" providerId="ADAL" clId="{58D894AC-7E04-41DB-A3C3-482DED13BEE6}" dt="2024-01-25T06:09:57.544" v="1411" actId="164"/>
          <ac:picMkLst>
            <pc:docMk/>
            <pc:sldMk cId="1980706912" sldId="564"/>
            <ac:picMk id="15" creationId="{71ADEDC9-A8D1-D1CC-01B3-6815A60E82E8}"/>
          </ac:picMkLst>
        </pc:picChg>
        <pc:picChg chg="del">
          <ac:chgData name="유예나" userId="56804d69-2be5-4f9a-85f3-71ac819806f9" providerId="ADAL" clId="{58D894AC-7E04-41DB-A3C3-482DED13BEE6}" dt="2024-01-25T06:07:11.669" v="1363" actId="478"/>
          <ac:picMkLst>
            <pc:docMk/>
            <pc:sldMk cId="1980706912" sldId="564"/>
            <ac:picMk id="19" creationId="{72F03B90-C645-B80C-AD63-CAA0308371CC}"/>
          </ac:picMkLst>
        </pc:picChg>
        <pc:picChg chg="add mod modCrop">
          <ac:chgData name="유예나" userId="56804d69-2be5-4f9a-85f3-71ac819806f9" providerId="ADAL" clId="{58D894AC-7E04-41DB-A3C3-482DED13BEE6}" dt="2024-01-25T06:10:50.195" v="1431" actId="164"/>
          <ac:picMkLst>
            <pc:docMk/>
            <pc:sldMk cId="1980706912" sldId="564"/>
            <ac:picMk id="23" creationId="{BA2C169B-009D-5B1F-4FB6-920180D87B28}"/>
          </ac:picMkLst>
        </pc:picChg>
        <pc:picChg chg="del mod">
          <ac:chgData name="유예나" userId="56804d69-2be5-4f9a-85f3-71ac819806f9" providerId="ADAL" clId="{58D894AC-7E04-41DB-A3C3-482DED13BEE6}" dt="2024-01-25T06:09:22.810" v="1397" actId="478"/>
          <ac:picMkLst>
            <pc:docMk/>
            <pc:sldMk cId="1980706912" sldId="564"/>
            <ac:picMk id="24" creationId="{8B9099AA-4169-2A60-B2DC-E9763500D690}"/>
          </ac:picMkLst>
        </pc:picChg>
      </pc:sldChg>
      <pc:sldChg chg="modSp del">
        <pc:chgData name="유예나" userId="56804d69-2be5-4f9a-85f3-71ac819806f9" providerId="ADAL" clId="{58D894AC-7E04-41DB-A3C3-482DED13BEE6}" dt="2024-01-25T06:11:23.618" v="1433" actId="47"/>
        <pc:sldMkLst>
          <pc:docMk/>
          <pc:sldMk cId="3231433883" sldId="566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3231433883" sldId="566"/>
            <ac:spMk id="5" creationId="{8E5D141B-F47E-4265-8F69-D191722C6659}"/>
          </ac:spMkLst>
        </pc:spChg>
      </pc:sldChg>
      <pc:sldChg chg="modSp add del">
        <pc:chgData name="유예나" userId="56804d69-2be5-4f9a-85f3-71ac819806f9" providerId="ADAL" clId="{58D894AC-7E04-41DB-A3C3-482DED13BEE6}" dt="2024-01-25T06:12:27.934" v="1439" actId="47"/>
        <pc:sldMkLst>
          <pc:docMk/>
          <pc:sldMk cId="119742174" sldId="567"/>
        </pc:sldMkLst>
        <pc:spChg chg="mod">
          <ac:chgData name="유예나" userId="56804d69-2be5-4f9a-85f3-71ac819806f9" providerId="ADAL" clId="{58D894AC-7E04-41DB-A3C3-482DED13BEE6}" dt="2024-01-25T05:47:11.037" v="1184"/>
          <ac:spMkLst>
            <pc:docMk/>
            <pc:sldMk cId="119742174" sldId="567"/>
            <ac:spMk id="5" creationId="{8E5D141B-F47E-4265-8F69-D191722C6659}"/>
          </ac:spMkLst>
        </pc:spChg>
      </pc:sldChg>
      <pc:sldChg chg="modSp del mod">
        <pc:chgData name="유예나" userId="56804d69-2be5-4f9a-85f3-71ac819806f9" providerId="ADAL" clId="{58D894AC-7E04-41DB-A3C3-482DED13BEE6}" dt="2024-01-25T06:13:06.388" v="1442" actId="47"/>
        <pc:sldMkLst>
          <pc:docMk/>
          <pc:sldMk cId="1801486128" sldId="569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1801486128" sldId="569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6:12:53.863" v="1441" actId="6549"/>
          <ac:spMkLst>
            <pc:docMk/>
            <pc:sldMk cId="1801486128" sldId="569"/>
            <ac:spMk id="8" creationId="{D5A86BBA-7A94-48CD-B535-19792F337EC2}"/>
          </ac:spMkLst>
        </pc:spChg>
      </pc:sldChg>
      <pc:sldChg chg="modSp del">
        <pc:chgData name="유예나" userId="56804d69-2be5-4f9a-85f3-71ac819806f9" providerId="ADAL" clId="{58D894AC-7E04-41DB-A3C3-482DED13BEE6}" dt="2024-01-25T06:12:42.710" v="1440" actId="47"/>
        <pc:sldMkLst>
          <pc:docMk/>
          <pc:sldMk cId="2400166933" sldId="570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2400166933" sldId="570"/>
            <ac:spMk id="5" creationId="{8E5D141B-F47E-4265-8F69-D191722C6659}"/>
          </ac:spMkLst>
        </pc:spChg>
      </pc:sldChg>
      <pc:sldChg chg="modSp mod">
        <pc:chgData name="유예나" userId="56804d69-2be5-4f9a-85f3-71ac819806f9" providerId="ADAL" clId="{58D894AC-7E04-41DB-A3C3-482DED13BEE6}" dt="2024-01-25T06:12:04.022" v="1436" actId="20577"/>
        <pc:sldMkLst>
          <pc:docMk/>
          <pc:sldMk cId="3602776546" sldId="571"/>
        </pc:sldMkLst>
        <pc:spChg chg="mod">
          <ac:chgData name="유예나" userId="56804d69-2be5-4f9a-85f3-71ac819806f9" providerId="ADAL" clId="{58D894AC-7E04-41DB-A3C3-482DED13BEE6}" dt="2024-01-25T06:12:02.464" v="1435"/>
          <ac:spMkLst>
            <pc:docMk/>
            <pc:sldMk cId="3602776546" sldId="571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6:12:04.022" v="1436" actId="20577"/>
          <ac:spMkLst>
            <pc:docMk/>
            <pc:sldMk cId="3602776546" sldId="571"/>
            <ac:spMk id="6" creationId="{A53606D2-C5A0-42E5-B1CF-5BBD4D5E5F90}"/>
          </ac:spMkLst>
        </pc:spChg>
      </pc:sldChg>
      <pc:sldChg chg="modSp del mod">
        <pc:chgData name="유예나" userId="56804d69-2be5-4f9a-85f3-71ac819806f9" providerId="ADAL" clId="{58D894AC-7E04-41DB-A3C3-482DED13BEE6}" dt="2024-01-25T07:13:11.444" v="1645" actId="47"/>
        <pc:sldMkLst>
          <pc:docMk/>
          <pc:sldMk cId="4133225825" sldId="572"/>
        </pc:sldMkLst>
        <pc:spChg chg="mod">
          <ac:chgData name="유예나" userId="56804d69-2be5-4f9a-85f3-71ac819806f9" providerId="ADAL" clId="{58D894AC-7E04-41DB-A3C3-482DED13BEE6}" dt="2024-01-25T07:13:10.267" v="1644" actId="6549"/>
          <ac:spMkLst>
            <pc:docMk/>
            <pc:sldMk cId="4133225825" sldId="572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4133225825" sldId="572"/>
            <ac:spMk id="5" creationId="{8E5D141B-F47E-4265-8F69-D191722C6659}"/>
          </ac:spMkLst>
        </pc:spChg>
      </pc:sldChg>
      <pc:sldChg chg="delSp modSp mod">
        <pc:chgData name="유예나" userId="56804d69-2be5-4f9a-85f3-71ac819806f9" providerId="ADAL" clId="{58D894AC-7E04-41DB-A3C3-482DED13BEE6}" dt="2024-01-25T06:16:28.999" v="1448" actId="14100"/>
        <pc:sldMkLst>
          <pc:docMk/>
          <pc:sldMk cId="385961683" sldId="573"/>
        </pc:sldMkLst>
        <pc:spChg chg="mod">
          <ac:chgData name="유예나" userId="56804d69-2be5-4f9a-85f3-71ac819806f9" providerId="ADAL" clId="{58D894AC-7E04-41DB-A3C3-482DED13BEE6}" dt="2024-01-25T05:49:31.109" v="1194"/>
          <ac:spMkLst>
            <pc:docMk/>
            <pc:sldMk cId="385961683" sldId="573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6:14:50.399" v="1444" actId="20577"/>
          <ac:spMkLst>
            <pc:docMk/>
            <pc:sldMk cId="385961683" sldId="573"/>
            <ac:spMk id="6" creationId="{A53606D2-C5A0-42E5-B1CF-5BBD4D5E5F90}"/>
          </ac:spMkLst>
        </pc:spChg>
        <pc:spChg chg="mod">
          <ac:chgData name="유예나" userId="56804d69-2be5-4f9a-85f3-71ac819806f9" providerId="ADAL" clId="{58D894AC-7E04-41DB-A3C3-482DED13BEE6}" dt="2024-01-25T06:16:28.999" v="1448" actId="14100"/>
          <ac:spMkLst>
            <pc:docMk/>
            <pc:sldMk cId="385961683" sldId="573"/>
            <ac:spMk id="10" creationId="{19E9ED75-D718-08D1-C568-5C1A2BE8EB65}"/>
          </ac:spMkLst>
        </pc:spChg>
        <pc:grpChg chg="mod">
          <ac:chgData name="유예나" userId="56804d69-2be5-4f9a-85f3-71ac819806f9" providerId="ADAL" clId="{58D894AC-7E04-41DB-A3C3-482DED13BEE6}" dt="2024-01-25T06:16:22.452" v="1446" actId="1076"/>
          <ac:grpSpMkLst>
            <pc:docMk/>
            <pc:sldMk cId="385961683" sldId="573"/>
            <ac:grpSpMk id="9" creationId="{A809347D-0881-C4E7-A9CD-D6ED9D64CDC2}"/>
          </ac:grpSpMkLst>
        </pc:grpChg>
        <pc:grpChg chg="del">
          <ac:chgData name="유예나" userId="56804d69-2be5-4f9a-85f3-71ac819806f9" providerId="ADAL" clId="{58D894AC-7E04-41DB-A3C3-482DED13BEE6}" dt="2024-01-25T06:16:20.655" v="1445" actId="478"/>
          <ac:grpSpMkLst>
            <pc:docMk/>
            <pc:sldMk cId="385961683" sldId="573"/>
            <ac:grpSpMk id="23" creationId="{D29ADAB2-5EDC-E57D-4A61-C0526E29A602}"/>
          </ac:grpSpMkLst>
        </pc:grpChg>
      </pc:sldChg>
      <pc:sldChg chg="modSp del">
        <pc:chgData name="유예나" userId="56804d69-2be5-4f9a-85f3-71ac819806f9" providerId="ADAL" clId="{58D894AC-7E04-41DB-A3C3-482DED13BEE6}" dt="2024-01-25T06:13:36.425" v="1443" actId="47"/>
        <pc:sldMkLst>
          <pc:docMk/>
          <pc:sldMk cId="4088079519" sldId="574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4088079519" sldId="574"/>
            <ac:spMk id="5" creationId="{8E5D141B-F47E-4265-8F69-D191722C6659}"/>
          </ac:spMkLst>
        </pc:spChg>
      </pc:sldChg>
      <pc:sldChg chg="addSp delSp modSp mod modClrScheme chgLayout">
        <pc:chgData name="유예나" userId="56804d69-2be5-4f9a-85f3-71ac819806f9" providerId="ADAL" clId="{58D894AC-7E04-41DB-A3C3-482DED13BEE6}" dt="2024-01-25T07:17:31.076" v="1655" actId="20577"/>
        <pc:sldMkLst>
          <pc:docMk/>
          <pc:sldMk cId="3495016331" sldId="575"/>
        </pc:sldMkLst>
        <pc:spChg chg="mod ord">
          <ac:chgData name="유예나" userId="56804d69-2be5-4f9a-85f3-71ac819806f9" providerId="ADAL" clId="{58D894AC-7E04-41DB-A3C3-482DED13BEE6}" dt="2024-01-25T06:58:58.336" v="1456" actId="700"/>
          <ac:spMkLst>
            <pc:docMk/>
            <pc:sldMk cId="3495016331" sldId="575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5T06:58:58.336" v="1456" actId="700"/>
          <ac:spMkLst>
            <pc:docMk/>
            <pc:sldMk cId="3495016331" sldId="575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5T06:58:58.336" v="1456" actId="700"/>
          <ac:spMkLst>
            <pc:docMk/>
            <pc:sldMk cId="3495016331" sldId="575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5T06:58:58.336" v="1456" actId="700"/>
          <ac:spMkLst>
            <pc:docMk/>
            <pc:sldMk cId="3495016331" sldId="575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5T07:17:31.076" v="1655" actId="20577"/>
          <ac:spMkLst>
            <pc:docMk/>
            <pc:sldMk cId="3495016331" sldId="575"/>
            <ac:spMk id="6" creationId="{A53606D2-C5A0-42E5-B1CF-5BBD4D5E5F90}"/>
          </ac:spMkLst>
        </pc:spChg>
        <pc:spChg chg="mod ord">
          <ac:chgData name="유예나" userId="56804d69-2be5-4f9a-85f3-71ac819806f9" providerId="ADAL" clId="{58D894AC-7E04-41DB-A3C3-482DED13BEE6}" dt="2024-01-25T06:58:58.336" v="1456" actId="700"/>
          <ac:spMkLst>
            <pc:docMk/>
            <pc:sldMk cId="3495016331" sldId="575"/>
            <ac:spMk id="8" creationId="{D5A86BBA-7A94-48CD-B535-19792F337EC2}"/>
          </ac:spMkLst>
        </pc:spChg>
        <pc:spChg chg="mod">
          <ac:chgData name="유예나" userId="56804d69-2be5-4f9a-85f3-71ac819806f9" providerId="ADAL" clId="{58D894AC-7E04-41DB-A3C3-482DED13BEE6}" dt="2024-01-25T07:00:21.626" v="1487" actId="164"/>
          <ac:spMkLst>
            <pc:docMk/>
            <pc:sldMk cId="3495016331" sldId="575"/>
            <ac:spMk id="10" creationId="{19E9ED75-D718-08D1-C568-5C1A2BE8EB65}"/>
          </ac:spMkLst>
        </pc:spChg>
        <pc:spChg chg="add mod">
          <ac:chgData name="유예나" userId="56804d69-2be5-4f9a-85f3-71ac819806f9" providerId="ADAL" clId="{58D894AC-7E04-41DB-A3C3-482DED13BEE6}" dt="2024-01-25T07:00:21.626" v="1487" actId="164"/>
          <ac:spMkLst>
            <pc:docMk/>
            <pc:sldMk cId="3495016331" sldId="575"/>
            <ac:spMk id="12" creationId="{7FDE7880-8230-461E-29CF-7F76BB6DD975}"/>
          </ac:spMkLst>
        </pc:spChg>
        <pc:spChg chg="del">
          <ac:chgData name="유예나" userId="56804d69-2be5-4f9a-85f3-71ac819806f9" providerId="ADAL" clId="{58D894AC-7E04-41DB-A3C3-482DED13BEE6}" dt="2024-01-25T06:58:53.345" v="1455" actId="478"/>
          <ac:spMkLst>
            <pc:docMk/>
            <pc:sldMk cId="3495016331" sldId="575"/>
            <ac:spMk id="23" creationId="{F05C0C65-3B66-8027-EBE9-58D74BD3A0F1}"/>
          </ac:spMkLst>
        </pc:spChg>
        <pc:grpChg chg="add mod">
          <ac:chgData name="유예나" userId="56804d69-2be5-4f9a-85f3-71ac819806f9" providerId="ADAL" clId="{58D894AC-7E04-41DB-A3C3-482DED13BEE6}" dt="2024-01-25T07:00:27.529" v="1489" actId="1076"/>
          <ac:grpSpMkLst>
            <pc:docMk/>
            <pc:sldMk cId="3495016331" sldId="575"/>
            <ac:grpSpMk id="18" creationId="{5B4F3929-842E-7FF2-E9A0-9F35B989FA70}"/>
          </ac:grpSpMkLst>
        </pc:grpChg>
        <pc:picChg chg="add mod ord">
          <ac:chgData name="유예나" userId="56804d69-2be5-4f9a-85f3-71ac819806f9" providerId="ADAL" clId="{58D894AC-7E04-41DB-A3C3-482DED13BEE6}" dt="2024-01-25T07:00:21.626" v="1487" actId="164"/>
          <ac:picMkLst>
            <pc:docMk/>
            <pc:sldMk cId="3495016331" sldId="575"/>
            <ac:picMk id="9" creationId="{CA0E7AAC-CAEF-3B93-FCC8-0C4629BD0BD4}"/>
          </ac:picMkLst>
        </pc:picChg>
        <pc:picChg chg="add mod">
          <ac:chgData name="유예나" userId="56804d69-2be5-4f9a-85f3-71ac819806f9" providerId="ADAL" clId="{58D894AC-7E04-41DB-A3C3-482DED13BEE6}" dt="2024-01-25T06:59:28.549" v="1467"/>
          <ac:picMkLst>
            <pc:docMk/>
            <pc:sldMk cId="3495016331" sldId="575"/>
            <ac:picMk id="11" creationId="{C8DDD0A7-A985-FCB0-26A6-E6CEDC361AA2}"/>
          </ac:picMkLst>
        </pc:picChg>
        <pc:picChg chg="del">
          <ac:chgData name="유예나" userId="56804d69-2be5-4f9a-85f3-71ac819806f9" providerId="ADAL" clId="{58D894AC-7E04-41DB-A3C3-482DED13BEE6}" dt="2024-01-25T06:58:45.745" v="1449" actId="478"/>
          <ac:picMkLst>
            <pc:docMk/>
            <pc:sldMk cId="3495016331" sldId="575"/>
            <ac:picMk id="13" creationId="{9A21CC8B-D5CB-692F-0424-B417034FCC17}"/>
          </ac:picMkLst>
        </pc:picChg>
        <pc:picChg chg="del">
          <ac:chgData name="유예나" userId="56804d69-2be5-4f9a-85f3-71ac819806f9" providerId="ADAL" clId="{58D894AC-7E04-41DB-A3C3-482DED13BEE6}" dt="2024-01-25T06:58:45.745" v="1449" actId="478"/>
          <ac:picMkLst>
            <pc:docMk/>
            <pc:sldMk cId="3495016331" sldId="575"/>
            <ac:picMk id="22" creationId="{049E00EC-329F-68E2-39E4-A5E9A5144196}"/>
          </ac:picMkLst>
        </pc:picChg>
        <pc:cxnChg chg="add mod">
          <ac:chgData name="유예나" userId="56804d69-2be5-4f9a-85f3-71ac819806f9" providerId="ADAL" clId="{58D894AC-7E04-41DB-A3C3-482DED13BEE6}" dt="2024-01-25T07:00:21.626" v="1487" actId="164"/>
          <ac:cxnSpMkLst>
            <pc:docMk/>
            <pc:sldMk cId="3495016331" sldId="575"/>
            <ac:cxnSpMk id="14" creationId="{920D7397-9D3C-0DF0-E888-931EAB327D20}"/>
          </ac:cxnSpMkLst>
        </pc:cxnChg>
      </pc:sldChg>
      <pc:sldChg chg="modSp del">
        <pc:chgData name="유예나" userId="56804d69-2be5-4f9a-85f3-71ac819806f9" providerId="ADAL" clId="{58D894AC-7E04-41DB-A3C3-482DED13BEE6}" dt="2024-01-25T07:30:53.075" v="1886" actId="47"/>
        <pc:sldMkLst>
          <pc:docMk/>
          <pc:sldMk cId="3599049979" sldId="576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3599049979" sldId="576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13:14.729" v="1646" actId="47"/>
        <pc:sldMkLst>
          <pc:docMk/>
          <pc:sldMk cId="673371648" sldId="578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673371648" sldId="578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13:57.788" v="1647" actId="47"/>
        <pc:sldMkLst>
          <pc:docMk/>
          <pc:sldMk cId="2294851106" sldId="579"/>
        </pc:sldMkLst>
        <pc:spChg chg="mod">
          <ac:chgData name="유예나" userId="56804d69-2be5-4f9a-85f3-71ac819806f9" providerId="ADAL" clId="{58D894AC-7E04-41DB-A3C3-482DED13BEE6}" dt="2024-01-25T05:48:53.283" v="1188"/>
          <ac:spMkLst>
            <pc:docMk/>
            <pc:sldMk cId="2294851106" sldId="579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15:09.830" v="1648" actId="47"/>
        <pc:sldMkLst>
          <pc:docMk/>
          <pc:sldMk cId="3378296417" sldId="581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3378296417" sldId="581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15:17.334" v="1649" actId="47"/>
        <pc:sldMkLst>
          <pc:docMk/>
          <pc:sldMk cId="2609786886" sldId="582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2609786886" sldId="582"/>
            <ac:spMk id="5" creationId="{8E5D141B-F47E-4265-8F69-D191722C6659}"/>
          </ac:spMkLst>
        </pc:spChg>
      </pc:sldChg>
      <pc:sldChg chg="modSp del mod">
        <pc:chgData name="유예나" userId="56804d69-2be5-4f9a-85f3-71ac819806f9" providerId="ADAL" clId="{58D894AC-7E04-41DB-A3C3-482DED13BEE6}" dt="2024-01-25T07:15:32.923" v="1651" actId="47"/>
        <pc:sldMkLst>
          <pc:docMk/>
          <pc:sldMk cId="2825788665" sldId="584"/>
        </pc:sldMkLst>
        <pc:spChg chg="mod">
          <ac:chgData name="유예나" userId="56804d69-2be5-4f9a-85f3-71ac819806f9" providerId="ADAL" clId="{58D894AC-7E04-41DB-A3C3-482DED13BEE6}" dt="2024-01-25T07:15:31.030" v="1650" actId="6549"/>
          <ac:spMkLst>
            <pc:docMk/>
            <pc:sldMk cId="2825788665" sldId="584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8:53.283" v="1188"/>
          <ac:spMkLst>
            <pc:docMk/>
            <pc:sldMk cId="2825788665" sldId="584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16:54.971" v="1652" actId="47"/>
        <pc:sldMkLst>
          <pc:docMk/>
          <pc:sldMk cId="1157375688" sldId="585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1157375688" sldId="585"/>
            <ac:spMk id="5" creationId="{8E5D141B-F47E-4265-8F69-D191722C6659}"/>
          </ac:spMkLst>
        </pc:spChg>
      </pc:sldChg>
      <pc:sldChg chg="modSp del mod">
        <pc:chgData name="유예나" userId="56804d69-2be5-4f9a-85f3-71ac819806f9" providerId="ADAL" clId="{58D894AC-7E04-41DB-A3C3-482DED13BEE6}" dt="2024-01-25T07:17:27.229" v="1654" actId="47"/>
        <pc:sldMkLst>
          <pc:docMk/>
          <pc:sldMk cId="329333909" sldId="586"/>
        </pc:sldMkLst>
        <pc:spChg chg="mod">
          <ac:chgData name="유예나" userId="56804d69-2be5-4f9a-85f3-71ac819806f9" providerId="ADAL" clId="{58D894AC-7E04-41DB-A3C3-482DED13BEE6}" dt="2024-01-25T07:17:24.956" v="1653" actId="6549"/>
          <ac:spMkLst>
            <pc:docMk/>
            <pc:sldMk cId="329333909" sldId="586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329333909" sldId="586"/>
            <ac:spMk id="5" creationId="{8E5D141B-F47E-4265-8F69-D191722C6659}"/>
          </ac:spMkLst>
        </pc:spChg>
      </pc:sldChg>
      <pc:sldChg chg="modSp del mod">
        <pc:chgData name="유예나" userId="56804d69-2be5-4f9a-85f3-71ac819806f9" providerId="ADAL" clId="{58D894AC-7E04-41DB-A3C3-482DED13BEE6}" dt="2024-01-25T23:39:31.815" v="3168" actId="47"/>
        <pc:sldMkLst>
          <pc:docMk/>
          <pc:sldMk cId="741781873" sldId="587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741781873" sldId="587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7:32:09.868" v="1891" actId="20577"/>
          <ac:spMkLst>
            <pc:docMk/>
            <pc:sldMk cId="741781873" sldId="587"/>
            <ac:spMk id="6" creationId="{A53606D2-C5A0-42E5-B1CF-5BBD4D5E5F90}"/>
          </ac:spMkLst>
        </pc:spChg>
        <pc:spChg chg="mod">
          <ac:chgData name="유예나" userId="56804d69-2be5-4f9a-85f3-71ac819806f9" providerId="ADAL" clId="{58D894AC-7E04-41DB-A3C3-482DED13BEE6}" dt="2024-01-25T23:35:01.415" v="2987" actId="14100"/>
          <ac:spMkLst>
            <pc:docMk/>
            <pc:sldMk cId="741781873" sldId="587"/>
            <ac:spMk id="8" creationId="{D5A86BBA-7A94-48CD-B535-19792F337EC2}"/>
          </ac:spMkLst>
        </pc:spChg>
        <pc:spChg chg="mod">
          <ac:chgData name="유예나" userId="56804d69-2be5-4f9a-85f3-71ac819806f9" providerId="ADAL" clId="{58D894AC-7E04-41DB-A3C3-482DED13BEE6}" dt="2024-01-25T23:37:20.466" v="3167" actId="20577"/>
          <ac:spMkLst>
            <pc:docMk/>
            <pc:sldMk cId="741781873" sldId="587"/>
            <ac:spMk id="14" creationId="{9021B199-4E54-9C51-BD1B-1DD154B153CE}"/>
          </ac:spMkLst>
        </pc:spChg>
        <pc:grpChg chg="mod">
          <ac:chgData name="유예나" userId="56804d69-2be5-4f9a-85f3-71ac819806f9" providerId="ADAL" clId="{58D894AC-7E04-41DB-A3C3-482DED13BEE6}" dt="2024-01-25T23:36:54.249" v="3163" actId="1076"/>
          <ac:grpSpMkLst>
            <pc:docMk/>
            <pc:sldMk cId="741781873" sldId="587"/>
            <ac:grpSpMk id="12" creationId="{07618E12-69A5-CF9C-40E0-040966C51D9D}"/>
          </ac:grpSpMkLst>
        </pc:grpChg>
      </pc:sldChg>
      <pc:sldChg chg="modSp del mod">
        <pc:chgData name="유예나" userId="56804d69-2be5-4f9a-85f3-71ac819806f9" providerId="ADAL" clId="{58D894AC-7E04-41DB-A3C3-482DED13BEE6}" dt="2024-01-25T07:27:15.083" v="1873" actId="47"/>
        <pc:sldMkLst>
          <pc:docMk/>
          <pc:sldMk cId="36915440" sldId="588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36915440" sldId="588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7:27:13.013" v="1871" actId="6549"/>
          <ac:spMkLst>
            <pc:docMk/>
            <pc:sldMk cId="36915440" sldId="588"/>
            <ac:spMk id="8" creationId="{D5A86BBA-7A94-48CD-B535-19792F337EC2}"/>
          </ac:spMkLst>
        </pc:spChg>
      </pc:sldChg>
      <pc:sldChg chg="modSp del">
        <pc:chgData name="유예나" userId="56804d69-2be5-4f9a-85f3-71ac819806f9" providerId="ADAL" clId="{58D894AC-7E04-41DB-A3C3-482DED13BEE6}" dt="2024-01-25T07:27:14.098" v="1872" actId="47"/>
        <pc:sldMkLst>
          <pc:docMk/>
          <pc:sldMk cId="3849695259" sldId="589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3849695259" sldId="589"/>
            <ac:spMk id="5" creationId="{8E5D141B-F47E-4265-8F69-D191722C6659}"/>
          </ac:spMkLst>
        </pc:spChg>
      </pc:sldChg>
      <pc:sldChg chg="addSp delSp modSp mod ord modClrScheme chgLayout">
        <pc:chgData name="유예나" userId="56804d69-2be5-4f9a-85f3-71ac819806f9" providerId="ADAL" clId="{58D894AC-7E04-41DB-A3C3-482DED13BEE6}" dt="2024-01-26T06:50:59.155" v="7819" actId="20577"/>
        <pc:sldMkLst>
          <pc:docMk/>
          <pc:sldMk cId="4238778860" sldId="590"/>
        </pc:sldMkLst>
        <pc:spChg chg="mod ord">
          <ac:chgData name="유예나" userId="56804d69-2be5-4f9a-85f3-71ac819806f9" providerId="ADAL" clId="{58D894AC-7E04-41DB-A3C3-482DED13BEE6}" dt="2024-01-25T07:22:40.475" v="1729" actId="700"/>
          <ac:spMkLst>
            <pc:docMk/>
            <pc:sldMk cId="4238778860" sldId="590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6T02:57:33.046" v="5938"/>
          <ac:spMkLst>
            <pc:docMk/>
            <pc:sldMk cId="4238778860" sldId="590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6T06:49:41.647" v="7818" actId="20577"/>
          <ac:spMkLst>
            <pc:docMk/>
            <pc:sldMk cId="4238778860" sldId="590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6T02:57:34.427" v="5941"/>
          <ac:spMkLst>
            <pc:docMk/>
            <pc:sldMk cId="4238778860" sldId="590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5T07:22:40.475" v="1729" actId="700"/>
          <ac:spMkLst>
            <pc:docMk/>
            <pc:sldMk cId="4238778860" sldId="590"/>
            <ac:spMk id="6" creationId="{A53606D2-C5A0-42E5-B1CF-5BBD4D5E5F90}"/>
          </ac:spMkLst>
        </pc:spChg>
        <pc:spChg chg="mod ord">
          <ac:chgData name="유예나" userId="56804d69-2be5-4f9a-85f3-71ac819806f9" providerId="ADAL" clId="{58D894AC-7E04-41DB-A3C3-482DED13BEE6}" dt="2024-01-26T06:50:59.155" v="7819" actId="20577"/>
          <ac:spMkLst>
            <pc:docMk/>
            <pc:sldMk cId="4238778860" sldId="590"/>
            <ac:spMk id="8" creationId="{D5A86BBA-7A94-48CD-B535-19792F337EC2}"/>
          </ac:spMkLst>
        </pc:spChg>
        <pc:spChg chg="add del mod">
          <ac:chgData name="유예나" userId="56804d69-2be5-4f9a-85f3-71ac819806f9" providerId="ADAL" clId="{58D894AC-7E04-41DB-A3C3-482DED13BEE6}" dt="2024-01-26T03:02:03.050" v="6103" actId="1076"/>
          <ac:spMkLst>
            <pc:docMk/>
            <pc:sldMk cId="4238778860" sldId="590"/>
            <ac:spMk id="13" creationId="{A0EA938F-A3A5-C69A-CFEA-0A702C52AF78}"/>
          </ac:spMkLst>
        </pc:spChg>
        <pc:spChg chg="mod">
          <ac:chgData name="유예나" userId="56804d69-2be5-4f9a-85f3-71ac819806f9" providerId="ADAL" clId="{58D894AC-7E04-41DB-A3C3-482DED13BEE6}" dt="2024-01-25T07:25:27.688" v="1870" actId="113"/>
          <ac:spMkLst>
            <pc:docMk/>
            <pc:sldMk cId="4238778860" sldId="590"/>
            <ac:spMk id="25" creationId="{871C0DF4-D8CA-4679-BC96-3A63E975FC3D}"/>
          </ac:spMkLst>
        </pc:spChg>
        <pc:grpChg chg="mod">
          <ac:chgData name="유예나" userId="56804d69-2be5-4f9a-85f3-71ac819806f9" providerId="ADAL" clId="{58D894AC-7E04-41DB-A3C3-482DED13BEE6}" dt="2024-01-25T07:19:00.670" v="1657" actId="1076"/>
          <ac:grpSpMkLst>
            <pc:docMk/>
            <pc:sldMk cId="4238778860" sldId="590"/>
            <ac:grpSpMk id="22" creationId="{A2C447A4-00C9-4FDB-843E-D38D4F1CD42C}"/>
          </ac:grpSpMkLst>
        </pc:grpChg>
        <pc:picChg chg="add del mod modCrop">
          <ac:chgData name="유예나" userId="56804d69-2be5-4f9a-85f3-71ac819806f9" providerId="ADAL" clId="{58D894AC-7E04-41DB-A3C3-482DED13BEE6}" dt="2024-01-26T02:57:37.008" v="5947" actId="22"/>
          <ac:picMkLst>
            <pc:docMk/>
            <pc:sldMk cId="4238778860" sldId="590"/>
            <ac:picMk id="9" creationId="{566B9A7B-E2B5-F723-84DF-D5B5941480D5}"/>
          </ac:picMkLst>
        </pc:picChg>
        <pc:picChg chg="add del">
          <ac:chgData name="유예나" userId="56804d69-2be5-4f9a-85f3-71ac819806f9" providerId="ADAL" clId="{58D894AC-7E04-41DB-A3C3-482DED13BEE6}" dt="2024-01-26T02:57:37.440" v="5948" actId="478"/>
          <ac:picMkLst>
            <pc:docMk/>
            <pc:sldMk cId="4238778860" sldId="590"/>
            <ac:picMk id="10" creationId="{17A97746-7458-35BE-7E44-019747D0B62B}"/>
          </ac:picMkLst>
        </pc:picChg>
      </pc:sldChg>
      <pc:sldChg chg="delSp modSp mod">
        <pc:chgData name="유예나" userId="56804d69-2be5-4f9a-85f3-71ac819806f9" providerId="ADAL" clId="{58D894AC-7E04-41DB-A3C3-482DED13BEE6}" dt="2024-01-25T07:32:14.158" v="1894" actId="20577"/>
        <pc:sldMkLst>
          <pc:docMk/>
          <pc:sldMk cId="1071020693" sldId="591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1071020693" sldId="591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7:32:14.158" v="1894" actId="20577"/>
          <ac:spMkLst>
            <pc:docMk/>
            <pc:sldMk cId="1071020693" sldId="591"/>
            <ac:spMk id="6" creationId="{A53606D2-C5A0-42E5-B1CF-5BBD4D5E5F90}"/>
          </ac:spMkLst>
        </pc:spChg>
        <pc:spChg chg="del">
          <ac:chgData name="유예나" userId="56804d69-2be5-4f9a-85f3-71ac819806f9" providerId="ADAL" clId="{58D894AC-7E04-41DB-A3C3-482DED13BEE6}" dt="2024-01-25T07:25:12.036" v="1866" actId="478"/>
          <ac:spMkLst>
            <pc:docMk/>
            <pc:sldMk cId="1071020693" sldId="591"/>
            <ac:spMk id="13" creationId="{A0EA938F-A3A5-C69A-CFEA-0A702C52AF78}"/>
          </ac:spMkLst>
        </pc:spChg>
        <pc:picChg chg="del">
          <ac:chgData name="유예나" userId="56804d69-2be5-4f9a-85f3-71ac819806f9" providerId="ADAL" clId="{58D894AC-7E04-41DB-A3C3-482DED13BEE6}" dt="2024-01-25T07:25:10.910" v="1865" actId="478"/>
          <ac:picMkLst>
            <pc:docMk/>
            <pc:sldMk cId="1071020693" sldId="591"/>
            <ac:picMk id="10" creationId="{17A97746-7458-35BE-7E44-019747D0B62B}"/>
          </ac:picMkLst>
        </pc:picChg>
      </pc:sldChg>
      <pc:sldChg chg="modSp del mod">
        <pc:chgData name="유예나" userId="56804d69-2be5-4f9a-85f3-71ac819806f9" providerId="ADAL" clId="{58D894AC-7E04-41DB-A3C3-482DED13BEE6}" dt="2024-01-25T07:27:28.342" v="1875" actId="47"/>
        <pc:sldMkLst>
          <pc:docMk/>
          <pc:sldMk cId="2240836164" sldId="594"/>
        </pc:sldMkLst>
        <pc:spChg chg="mod">
          <ac:chgData name="유예나" userId="56804d69-2be5-4f9a-85f3-71ac819806f9" providerId="ADAL" clId="{58D894AC-7E04-41DB-A3C3-482DED13BEE6}" dt="2024-01-25T07:27:26.948" v="1874" actId="6549"/>
          <ac:spMkLst>
            <pc:docMk/>
            <pc:sldMk cId="2240836164" sldId="594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2240836164" sldId="594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28:12.989" v="1876" actId="47"/>
        <pc:sldMkLst>
          <pc:docMk/>
          <pc:sldMk cId="2947552835" sldId="595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2947552835" sldId="595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28:45.715" v="1879" actId="47"/>
        <pc:sldMkLst>
          <pc:docMk/>
          <pc:sldMk cId="1482496474" sldId="596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1482496474" sldId="596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29:28.421" v="1880" actId="47"/>
        <pc:sldMkLst>
          <pc:docMk/>
          <pc:sldMk cId="598099183" sldId="598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598099183" sldId="598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30:15.743" v="1884" actId="47"/>
        <pc:sldMkLst>
          <pc:docMk/>
          <pc:sldMk cId="988854096" sldId="601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988854096" sldId="601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30:17.231" v="1885" actId="47"/>
        <pc:sldMkLst>
          <pc:docMk/>
          <pc:sldMk cId="3396938896" sldId="602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3396938896" sldId="602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30:53.787" v="1887" actId="47"/>
        <pc:sldMkLst>
          <pc:docMk/>
          <pc:sldMk cId="1722505003" sldId="603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1722505003" sldId="603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58:49.776" v="2582" actId="47"/>
        <pc:sldMkLst>
          <pc:docMk/>
          <pc:sldMk cId="2199069963" sldId="604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2199069963" sldId="604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31:10.235" v="1888" actId="47"/>
        <pc:sldMkLst>
          <pc:docMk/>
          <pc:sldMk cId="1126765662" sldId="605"/>
        </pc:sldMkLst>
        <pc:spChg chg="mod">
          <ac:chgData name="유예나" userId="56804d69-2be5-4f9a-85f3-71ac819806f9" providerId="ADAL" clId="{58D894AC-7E04-41DB-A3C3-482DED13BEE6}" dt="2024-01-25T05:47:59.269" v="1186"/>
          <ac:spMkLst>
            <pc:docMk/>
            <pc:sldMk cId="1126765662" sldId="605"/>
            <ac:spMk id="5" creationId="{8E5D141B-F47E-4265-8F69-D191722C6659}"/>
          </ac:spMkLst>
        </pc:spChg>
      </pc:sldChg>
      <pc:sldChg chg="modSp mod">
        <pc:chgData name="유예나" userId="56804d69-2be5-4f9a-85f3-71ac819806f9" providerId="ADAL" clId="{58D894AC-7E04-41DB-A3C3-482DED13BEE6}" dt="2024-01-25T07:31:43.263" v="1889"/>
        <pc:sldMkLst>
          <pc:docMk/>
          <pc:sldMk cId="796643270" sldId="606"/>
        </pc:sldMkLst>
        <pc:spChg chg="mod">
          <ac:chgData name="유예나" userId="56804d69-2be5-4f9a-85f3-71ac819806f9" providerId="ADAL" clId="{58D894AC-7E04-41DB-A3C3-482DED13BEE6}" dt="2024-01-25T07:31:43.263" v="1889"/>
          <ac:spMkLst>
            <pc:docMk/>
            <pc:sldMk cId="796643270" sldId="606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796643270" sldId="606"/>
            <ac:spMk id="5" creationId="{8E5D141B-F47E-4265-8F69-D191722C6659}"/>
          </ac:spMkLst>
        </pc:spChg>
      </pc:sldChg>
      <pc:sldChg chg="addSp delSp modSp del mod">
        <pc:chgData name="유예나" userId="56804d69-2be5-4f9a-85f3-71ac819806f9" providerId="ADAL" clId="{58D894AC-7E04-41DB-A3C3-482DED13BEE6}" dt="2024-01-25T23:22:06.131" v="2908" actId="47"/>
        <pc:sldMkLst>
          <pc:docMk/>
          <pc:sldMk cId="3430583735" sldId="607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3430583735" sldId="607"/>
            <ac:spMk id="5" creationId="{8E5D141B-F47E-4265-8F69-D191722C6659}"/>
          </ac:spMkLst>
        </pc:spChg>
        <pc:spChg chg="add mod">
          <ac:chgData name="유예나" userId="56804d69-2be5-4f9a-85f3-71ac819806f9" providerId="ADAL" clId="{58D894AC-7E04-41DB-A3C3-482DED13BEE6}" dt="2024-01-25T08:16:32.018" v="2900" actId="164"/>
          <ac:spMkLst>
            <pc:docMk/>
            <pc:sldMk cId="3430583735" sldId="607"/>
            <ac:spMk id="7" creationId="{05EA2C93-2E0B-396D-DE12-A3D22FE1B6A2}"/>
          </ac:spMkLst>
        </pc:spChg>
        <pc:spChg chg="add mod">
          <ac:chgData name="유예나" userId="56804d69-2be5-4f9a-85f3-71ac819806f9" providerId="ADAL" clId="{58D894AC-7E04-41DB-A3C3-482DED13BEE6}" dt="2024-01-25T08:16:45.451" v="2906" actId="1076"/>
          <ac:spMkLst>
            <pc:docMk/>
            <pc:sldMk cId="3430583735" sldId="607"/>
            <ac:spMk id="13" creationId="{852BFC4C-0E4F-84F0-E143-3C786345AFAF}"/>
          </ac:spMkLst>
        </pc:spChg>
        <pc:grpChg chg="add del mod">
          <ac:chgData name="유예나" userId="56804d69-2be5-4f9a-85f3-71ac819806f9" providerId="ADAL" clId="{58D894AC-7E04-41DB-A3C3-482DED13BEE6}" dt="2024-01-25T23:20:21.407" v="2907" actId="478"/>
          <ac:grpSpMkLst>
            <pc:docMk/>
            <pc:sldMk cId="3430583735" sldId="607"/>
            <ac:grpSpMk id="14" creationId="{C684D411-9C7F-5748-75FF-22424F05F2A7}"/>
          </ac:grpSpMkLst>
        </pc:grpChg>
      </pc:sldChg>
      <pc:sldChg chg="delSp modSp mod">
        <pc:chgData name="유예나" userId="56804d69-2be5-4f9a-85f3-71ac819806f9" providerId="ADAL" clId="{58D894AC-7E04-41DB-A3C3-482DED13BEE6}" dt="2024-01-29T04:56:57.802" v="9371"/>
        <pc:sldMkLst>
          <pc:docMk/>
          <pc:sldMk cId="4162283836" sldId="608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4162283836" sldId="608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7:56:24.538" v="2531" actId="20577"/>
          <ac:spMkLst>
            <pc:docMk/>
            <pc:sldMk cId="4162283836" sldId="608"/>
            <ac:spMk id="6" creationId="{A53606D2-C5A0-42E5-B1CF-5BBD4D5E5F90}"/>
          </ac:spMkLst>
        </pc:spChg>
        <pc:spChg chg="mod">
          <ac:chgData name="유예나" userId="56804d69-2be5-4f9a-85f3-71ac819806f9" providerId="ADAL" clId="{58D894AC-7E04-41DB-A3C3-482DED13BEE6}" dt="2024-01-29T04:56:57.802" v="9371"/>
          <ac:spMkLst>
            <pc:docMk/>
            <pc:sldMk cId="4162283836" sldId="608"/>
            <ac:spMk id="8" creationId="{D5A86BBA-7A94-48CD-B535-19792F337EC2}"/>
          </ac:spMkLst>
        </pc:spChg>
        <pc:spChg chg="mod">
          <ac:chgData name="유예나" userId="56804d69-2be5-4f9a-85f3-71ac819806f9" providerId="ADAL" clId="{58D894AC-7E04-41DB-A3C3-482DED13BEE6}" dt="2024-01-25T07:58:13.550" v="2579" actId="2711"/>
          <ac:spMkLst>
            <pc:docMk/>
            <pc:sldMk cId="4162283836" sldId="608"/>
            <ac:spMk id="25" creationId="{871C0DF4-D8CA-4679-BC96-3A63E975FC3D}"/>
          </ac:spMkLst>
        </pc:spChg>
        <pc:spChg chg="del topLvl">
          <ac:chgData name="유예나" userId="56804d69-2be5-4f9a-85f3-71ac819806f9" providerId="ADAL" clId="{58D894AC-7E04-41DB-A3C3-482DED13BEE6}" dt="2024-01-26T03:11:13.224" v="6264" actId="478"/>
          <ac:spMkLst>
            <pc:docMk/>
            <pc:sldMk cId="4162283836" sldId="608"/>
            <ac:spMk id="31" creationId="{0FF5E429-0FB6-40CE-8510-FA46360BF857}"/>
          </ac:spMkLst>
        </pc:spChg>
        <pc:spChg chg="del mod topLvl">
          <ac:chgData name="유예나" userId="56804d69-2be5-4f9a-85f3-71ac819806f9" providerId="ADAL" clId="{58D894AC-7E04-41DB-A3C3-482DED13BEE6}" dt="2024-01-26T03:11:10.615" v="6263" actId="478"/>
          <ac:spMkLst>
            <pc:docMk/>
            <pc:sldMk cId="4162283836" sldId="608"/>
            <ac:spMk id="32" creationId="{2A4D0747-7982-4A20-A292-C9D946CF9361}"/>
          </ac:spMkLst>
        </pc:spChg>
        <pc:grpChg chg="del mod">
          <ac:chgData name="유예나" userId="56804d69-2be5-4f9a-85f3-71ac819806f9" providerId="ADAL" clId="{58D894AC-7E04-41DB-A3C3-482DED13BEE6}" dt="2024-01-26T03:11:08.267" v="6262" actId="478"/>
          <ac:grpSpMkLst>
            <pc:docMk/>
            <pc:sldMk cId="4162283836" sldId="608"/>
            <ac:grpSpMk id="22" creationId="{A2C447A4-00C9-4FDB-843E-D38D4F1CD42C}"/>
          </ac:grpSpMkLst>
        </pc:grpChg>
        <pc:grpChg chg="del mod">
          <ac:chgData name="유예나" userId="56804d69-2be5-4f9a-85f3-71ac819806f9" providerId="ADAL" clId="{58D894AC-7E04-41DB-A3C3-482DED13BEE6}" dt="2024-01-26T03:11:10.615" v="6263" actId="478"/>
          <ac:grpSpMkLst>
            <pc:docMk/>
            <pc:sldMk cId="4162283836" sldId="608"/>
            <ac:grpSpMk id="30" creationId="{F7A53AE6-1B49-4C8A-BFD3-446F516509AD}"/>
          </ac:grpSpMkLst>
        </pc:grpChg>
      </pc:sldChg>
      <pc:sldChg chg="modSp del mod">
        <pc:chgData name="유예나" userId="56804d69-2be5-4f9a-85f3-71ac819806f9" providerId="ADAL" clId="{58D894AC-7E04-41DB-A3C3-482DED13BEE6}" dt="2024-01-25T23:22:24.587" v="2911" actId="47"/>
        <pc:sldMkLst>
          <pc:docMk/>
          <pc:sldMk cId="3656245582" sldId="609"/>
        </pc:sldMkLst>
        <pc:spChg chg="mod">
          <ac:chgData name="유예나" userId="56804d69-2be5-4f9a-85f3-71ac819806f9" providerId="ADAL" clId="{58D894AC-7E04-41DB-A3C3-482DED13BEE6}" dt="2024-01-25T23:22:22.875" v="2910" actId="6549"/>
          <ac:spMkLst>
            <pc:docMk/>
            <pc:sldMk cId="3656245582" sldId="609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3656245582" sldId="609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23:22:09.571" v="2909" actId="47"/>
        <pc:sldMkLst>
          <pc:docMk/>
          <pc:sldMk cId="2102393839" sldId="610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2102393839" sldId="610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8:06:23.777" v="2685" actId="47"/>
        <pc:sldMkLst>
          <pc:docMk/>
          <pc:sldMk cId="1131879040" sldId="613"/>
        </pc:sldMkLst>
        <pc:spChg chg="mod">
          <ac:chgData name="유예나" userId="56804d69-2be5-4f9a-85f3-71ac819806f9" providerId="ADAL" clId="{58D894AC-7E04-41DB-A3C3-482DED13BEE6}" dt="2024-01-25T05:47:11.037" v="1184"/>
          <ac:spMkLst>
            <pc:docMk/>
            <pc:sldMk cId="1131879040" sldId="613"/>
            <ac:spMk id="5" creationId="{8E5D141B-F47E-4265-8F69-D191722C6659}"/>
          </ac:spMkLst>
        </pc:spChg>
      </pc:sldChg>
      <pc:sldChg chg="addSp delSp modSp mod">
        <pc:chgData name="유예나" userId="56804d69-2be5-4f9a-85f3-71ac819806f9" providerId="ADAL" clId="{58D894AC-7E04-41DB-A3C3-482DED13BEE6}" dt="2024-01-26T03:23:09.543" v="6830" actId="113"/>
        <pc:sldMkLst>
          <pc:docMk/>
          <pc:sldMk cId="4131567675" sldId="615"/>
        </pc:sldMkLst>
        <pc:spChg chg="mod">
          <ac:chgData name="유예나" userId="56804d69-2be5-4f9a-85f3-71ac819806f9" providerId="ADAL" clId="{58D894AC-7E04-41DB-A3C3-482DED13BEE6}" dt="2024-01-25T08:05:54.884" v="2680"/>
          <ac:spMkLst>
            <pc:docMk/>
            <pc:sldMk cId="4131567675" sldId="615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8:05:02.647" v="2627"/>
          <ac:spMkLst>
            <pc:docMk/>
            <pc:sldMk cId="4131567675" sldId="615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8:05:04.328" v="2628" actId="20577"/>
          <ac:spMkLst>
            <pc:docMk/>
            <pc:sldMk cId="4131567675" sldId="615"/>
            <ac:spMk id="6" creationId="{A53606D2-C5A0-42E5-B1CF-5BBD4D5E5F90}"/>
          </ac:spMkLst>
        </pc:spChg>
        <pc:spChg chg="add mod">
          <ac:chgData name="유예나" userId="56804d69-2be5-4f9a-85f3-71ac819806f9" providerId="ADAL" clId="{58D894AC-7E04-41DB-A3C3-482DED13BEE6}" dt="2024-01-25T08:03:18.785" v="2615" actId="14100"/>
          <ac:spMkLst>
            <pc:docMk/>
            <pc:sldMk cId="4131567675" sldId="615"/>
            <ac:spMk id="7" creationId="{E7A1EA96-001D-0F94-AB43-76F09D0565FD}"/>
          </ac:spMkLst>
        </pc:spChg>
        <pc:spChg chg="mod">
          <ac:chgData name="유예나" userId="56804d69-2be5-4f9a-85f3-71ac819806f9" providerId="ADAL" clId="{58D894AC-7E04-41DB-A3C3-482DED13BEE6}" dt="2024-01-25T08:05:59.180" v="2681" actId="1076"/>
          <ac:spMkLst>
            <pc:docMk/>
            <pc:sldMk cId="4131567675" sldId="615"/>
            <ac:spMk id="8" creationId="{D5A86BBA-7A94-48CD-B535-19792F337EC2}"/>
          </ac:spMkLst>
        </pc:spChg>
        <pc:spChg chg="mod">
          <ac:chgData name="유예나" userId="56804d69-2be5-4f9a-85f3-71ac819806f9" providerId="ADAL" clId="{58D894AC-7E04-41DB-A3C3-482DED13BEE6}" dt="2024-01-26T03:23:09.543" v="6830" actId="113"/>
          <ac:spMkLst>
            <pc:docMk/>
            <pc:sldMk cId="4131567675" sldId="615"/>
            <ac:spMk id="12" creationId="{287B9800-087F-6CEE-A0E1-D696DAC91206}"/>
          </ac:spMkLst>
        </pc:spChg>
        <pc:spChg chg="mod">
          <ac:chgData name="유예나" userId="56804d69-2be5-4f9a-85f3-71ac819806f9" providerId="ADAL" clId="{58D894AC-7E04-41DB-A3C3-482DED13BEE6}" dt="2024-01-25T08:05:46.933" v="2677" actId="113"/>
          <ac:spMkLst>
            <pc:docMk/>
            <pc:sldMk cId="4131567675" sldId="615"/>
            <ac:spMk id="16" creationId="{F8F2EFE5-8905-7D9B-3286-91CC12CCD38E}"/>
          </ac:spMkLst>
        </pc:spChg>
        <pc:spChg chg="add mod">
          <ac:chgData name="유예나" userId="56804d69-2be5-4f9a-85f3-71ac819806f9" providerId="ADAL" clId="{58D894AC-7E04-41DB-A3C3-482DED13BEE6}" dt="2024-01-25T08:03:05.345" v="2610" actId="1035"/>
          <ac:spMkLst>
            <pc:docMk/>
            <pc:sldMk cId="4131567675" sldId="615"/>
            <ac:spMk id="19" creationId="{8316E922-4402-8C14-F562-0AFA07E6B24B}"/>
          </ac:spMkLst>
        </pc:spChg>
        <pc:spChg chg="del topLvl">
          <ac:chgData name="유예나" userId="56804d69-2be5-4f9a-85f3-71ac819806f9" providerId="ADAL" clId="{58D894AC-7E04-41DB-A3C3-482DED13BEE6}" dt="2024-01-25T08:02:16.480" v="2586" actId="21"/>
          <ac:spMkLst>
            <pc:docMk/>
            <pc:sldMk cId="4131567675" sldId="615"/>
            <ac:spMk id="24" creationId="{E7A1EA96-001D-0F94-AB43-76F09D0565FD}"/>
          </ac:spMkLst>
        </pc:spChg>
        <pc:grpChg chg="mod">
          <ac:chgData name="유예나" userId="56804d69-2be5-4f9a-85f3-71ac819806f9" providerId="ADAL" clId="{58D894AC-7E04-41DB-A3C3-482DED13BEE6}" dt="2024-01-25T08:04:36.552" v="2624" actId="1076"/>
          <ac:grpSpMkLst>
            <pc:docMk/>
            <pc:sldMk cId="4131567675" sldId="615"/>
            <ac:grpSpMk id="14" creationId="{536A9BAE-DB86-2927-0E44-467F41623AE5}"/>
          </ac:grpSpMkLst>
        </pc:grpChg>
        <pc:grpChg chg="del">
          <ac:chgData name="유예나" userId="56804d69-2be5-4f9a-85f3-71ac819806f9" providerId="ADAL" clId="{58D894AC-7E04-41DB-A3C3-482DED13BEE6}" dt="2024-01-25T08:02:13.460" v="2584" actId="478"/>
          <ac:grpSpMkLst>
            <pc:docMk/>
            <pc:sldMk cId="4131567675" sldId="615"/>
            <ac:grpSpMk id="23" creationId="{8B8BD8C0-10C4-476E-BF47-E96859CD646A}"/>
          </ac:grpSpMkLst>
        </pc:grpChg>
        <pc:grpChg chg="del mod">
          <ac:chgData name="유예나" userId="56804d69-2be5-4f9a-85f3-71ac819806f9" providerId="ADAL" clId="{58D894AC-7E04-41DB-A3C3-482DED13BEE6}" dt="2024-01-25T08:02:16.480" v="2586" actId="21"/>
          <ac:grpSpMkLst>
            <pc:docMk/>
            <pc:sldMk cId="4131567675" sldId="615"/>
            <ac:grpSpMk id="25" creationId="{380980D3-1B17-19FB-23E7-3B719484566C}"/>
          </ac:grpSpMkLst>
        </pc:grpChg>
        <pc:picChg chg="add mod ord">
          <ac:chgData name="유예나" userId="56804d69-2be5-4f9a-85f3-71ac819806f9" providerId="ADAL" clId="{58D894AC-7E04-41DB-A3C3-482DED13BEE6}" dt="2024-01-25T08:03:10.927" v="2612" actId="14100"/>
          <ac:picMkLst>
            <pc:docMk/>
            <pc:sldMk cId="4131567675" sldId="615"/>
            <ac:picMk id="18" creationId="{BF6B64A2-0360-AAFD-694B-242BBB67CB5C}"/>
          </ac:picMkLst>
        </pc:picChg>
        <pc:picChg chg="del topLvl">
          <ac:chgData name="유예나" userId="56804d69-2be5-4f9a-85f3-71ac819806f9" providerId="ADAL" clId="{58D894AC-7E04-41DB-A3C3-482DED13BEE6}" dt="2024-01-25T08:02:17.410" v="2587" actId="478"/>
          <ac:picMkLst>
            <pc:docMk/>
            <pc:sldMk cId="4131567675" sldId="615"/>
            <ac:picMk id="22" creationId="{2DF9D728-1824-2B2E-15A3-2DD4BAF39AB9}"/>
          </ac:picMkLst>
        </pc:picChg>
      </pc:sldChg>
      <pc:sldChg chg="modSp add del">
        <pc:chgData name="유예나" userId="56804d69-2be5-4f9a-85f3-71ac819806f9" providerId="ADAL" clId="{58D894AC-7E04-41DB-A3C3-482DED13BEE6}" dt="2024-01-25T08:06:22.896" v="2684" actId="47"/>
        <pc:sldMkLst>
          <pc:docMk/>
          <pc:sldMk cId="1737289684" sldId="617"/>
        </pc:sldMkLst>
        <pc:spChg chg="mod">
          <ac:chgData name="유예나" userId="56804d69-2be5-4f9a-85f3-71ac819806f9" providerId="ADAL" clId="{58D894AC-7E04-41DB-A3C3-482DED13BEE6}" dt="2024-01-25T05:47:11.037" v="1184"/>
          <ac:spMkLst>
            <pc:docMk/>
            <pc:sldMk cId="1737289684" sldId="617"/>
            <ac:spMk id="5" creationId="{8E5D141B-F47E-4265-8F69-D191722C6659}"/>
          </ac:spMkLst>
        </pc:spChg>
      </pc:sldChg>
      <pc:sldChg chg="addSp delSp modSp mod">
        <pc:chgData name="유예나" userId="56804d69-2be5-4f9a-85f3-71ac819806f9" providerId="ADAL" clId="{58D894AC-7E04-41DB-A3C3-482DED13BEE6}" dt="2024-01-25T07:34:05.584" v="1912" actId="1076"/>
        <pc:sldMkLst>
          <pc:docMk/>
          <pc:sldMk cId="2395288267" sldId="619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2395288267" sldId="619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7:33:58.770" v="1910" actId="20577"/>
          <ac:spMkLst>
            <pc:docMk/>
            <pc:sldMk cId="2395288267" sldId="619"/>
            <ac:spMk id="6" creationId="{A53606D2-C5A0-42E5-B1CF-5BBD4D5E5F90}"/>
          </ac:spMkLst>
        </pc:spChg>
        <pc:spChg chg="mod">
          <ac:chgData name="유예나" userId="56804d69-2be5-4f9a-85f3-71ac819806f9" providerId="ADAL" clId="{58D894AC-7E04-41DB-A3C3-482DED13BEE6}" dt="2024-01-25T07:33:52.857" v="1909" actId="14100"/>
          <ac:spMkLst>
            <pc:docMk/>
            <pc:sldMk cId="2395288267" sldId="619"/>
            <ac:spMk id="7" creationId="{89E08FAC-72DD-EA3F-A73A-D49DA430B6F6}"/>
          </ac:spMkLst>
        </pc:spChg>
        <pc:grpChg chg="mod">
          <ac:chgData name="유예나" userId="56804d69-2be5-4f9a-85f3-71ac819806f9" providerId="ADAL" clId="{58D894AC-7E04-41DB-A3C3-482DED13BEE6}" dt="2024-01-25T07:34:03.448" v="1911" actId="1076"/>
          <ac:grpSpMkLst>
            <pc:docMk/>
            <pc:sldMk cId="2395288267" sldId="619"/>
            <ac:grpSpMk id="45" creationId="{3623E274-19C2-3522-1DCF-DE071A05BE02}"/>
          </ac:grpSpMkLst>
        </pc:grpChg>
        <pc:grpChg chg="mod">
          <ac:chgData name="유예나" userId="56804d69-2be5-4f9a-85f3-71ac819806f9" providerId="ADAL" clId="{58D894AC-7E04-41DB-A3C3-482DED13BEE6}" dt="2024-01-25T07:34:05.584" v="1912" actId="1076"/>
          <ac:grpSpMkLst>
            <pc:docMk/>
            <pc:sldMk cId="2395288267" sldId="619"/>
            <ac:grpSpMk id="48" creationId="{4386804B-8FB0-E673-FB44-323837812DE5}"/>
          </ac:grpSpMkLst>
        </pc:grpChg>
        <pc:picChg chg="add mod ord">
          <ac:chgData name="유예나" userId="56804d69-2be5-4f9a-85f3-71ac819806f9" providerId="ADAL" clId="{58D894AC-7E04-41DB-A3C3-482DED13BEE6}" dt="2024-01-25T07:33:49.317" v="1907" actId="1076"/>
          <ac:picMkLst>
            <pc:docMk/>
            <pc:sldMk cId="2395288267" sldId="619"/>
            <ac:picMk id="10" creationId="{47323C67-E69C-42D4-13CD-08DB4737D0E7}"/>
          </ac:picMkLst>
        </pc:picChg>
        <pc:picChg chg="del">
          <ac:chgData name="유예나" userId="56804d69-2be5-4f9a-85f3-71ac819806f9" providerId="ADAL" clId="{58D894AC-7E04-41DB-A3C3-482DED13BEE6}" dt="2024-01-25T07:33:41.505" v="1901" actId="478"/>
          <ac:picMkLst>
            <pc:docMk/>
            <pc:sldMk cId="2395288267" sldId="619"/>
            <ac:picMk id="11" creationId="{A624122A-A439-B5EC-2B89-AF2ED49F5DEF}"/>
          </ac:picMkLst>
        </pc:picChg>
      </pc:sldChg>
      <pc:sldChg chg="modSp mod">
        <pc:chgData name="유예나" userId="56804d69-2be5-4f9a-85f3-71ac819806f9" providerId="ADAL" clId="{58D894AC-7E04-41DB-A3C3-482DED13BEE6}" dt="2024-01-26T00:53:32.093" v="4062" actId="20577"/>
        <pc:sldMkLst>
          <pc:docMk/>
          <pc:sldMk cId="1695742282" sldId="620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1695742282" sldId="620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6T00:53:32.093" v="4062" actId="20577"/>
          <ac:spMkLst>
            <pc:docMk/>
            <pc:sldMk cId="1695742282" sldId="620"/>
            <ac:spMk id="6" creationId="{A53606D2-C5A0-42E5-B1CF-5BBD4D5E5F90}"/>
          </ac:spMkLst>
        </pc:spChg>
      </pc:sldChg>
      <pc:sldChg chg="delSp modSp mod">
        <pc:chgData name="유예나" userId="56804d69-2be5-4f9a-85f3-71ac819806f9" providerId="ADAL" clId="{58D894AC-7E04-41DB-A3C3-482DED13BEE6}" dt="2024-01-26T00:53:36.009" v="4064" actId="20577"/>
        <pc:sldMkLst>
          <pc:docMk/>
          <pc:sldMk cId="3070541765" sldId="621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3070541765" sldId="621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6T00:53:36.009" v="4064" actId="20577"/>
          <ac:spMkLst>
            <pc:docMk/>
            <pc:sldMk cId="3070541765" sldId="621"/>
            <ac:spMk id="6" creationId="{A53606D2-C5A0-42E5-B1CF-5BBD4D5E5F90}"/>
          </ac:spMkLst>
        </pc:spChg>
        <pc:spChg chg="del mod">
          <ac:chgData name="유예나" userId="56804d69-2be5-4f9a-85f3-71ac819806f9" providerId="ADAL" clId="{58D894AC-7E04-41DB-A3C3-482DED13BEE6}" dt="2024-01-25T07:30:12.623" v="1883" actId="478"/>
          <ac:spMkLst>
            <pc:docMk/>
            <pc:sldMk cId="3070541765" sldId="621"/>
            <ac:spMk id="16" creationId="{5729F91F-3A87-661C-6D62-C9DE31D6B46D}"/>
          </ac:spMkLst>
        </pc:spChg>
        <pc:picChg chg="del">
          <ac:chgData name="유예나" userId="56804d69-2be5-4f9a-85f3-71ac819806f9" providerId="ADAL" clId="{58D894AC-7E04-41DB-A3C3-482DED13BEE6}" dt="2024-01-25T07:30:11.741" v="1881" actId="478"/>
          <ac:picMkLst>
            <pc:docMk/>
            <pc:sldMk cId="3070541765" sldId="621"/>
            <ac:picMk id="15" creationId="{DF3046F2-C2AA-955D-3E5E-D898DDAD9EB4}"/>
          </ac:picMkLst>
        </pc:picChg>
      </pc:sldChg>
      <pc:sldChg chg="modSp mod">
        <pc:chgData name="유예나" userId="56804d69-2be5-4f9a-85f3-71ac819806f9" providerId="ADAL" clId="{58D894AC-7E04-41DB-A3C3-482DED13BEE6}" dt="2024-01-25T07:55:02.066" v="2521" actId="20577"/>
        <pc:sldMkLst>
          <pc:docMk/>
          <pc:sldMk cId="4288679465" sldId="623"/>
        </pc:sldMkLst>
        <pc:spChg chg="mod">
          <ac:chgData name="유예나" userId="56804d69-2be5-4f9a-85f3-71ac819806f9" providerId="ADAL" clId="{58D894AC-7E04-41DB-A3C3-482DED13BEE6}" dt="2024-01-25T05:47:59.269" v="1186"/>
          <ac:spMkLst>
            <pc:docMk/>
            <pc:sldMk cId="4288679465" sldId="623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7:55:02.066" v="2521" actId="20577"/>
          <ac:spMkLst>
            <pc:docMk/>
            <pc:sldMk cId="4288679465" sldId="623"/>
            <ac:spMk id="6" creationId="{A53606D2-C5A0-42E5-B1CF-5BBD4D5E5F90}"/>
          </ac:spMkLst>
        </pc:spChg>
      </pc:sldChg>
      <pc:sldChg chg="addSp delSp modSp mod modClrScheme chgLayout">
        <pc:chgData name="유예나" userId="56804d69-2be5-4f9a-85f3-71ac819806f9" providerId="ADAL" clId="{58D894AC-7E04-41DB-A3C3-482DED13BEE6}" dt="2024-01-29T04:56:57.802" v="9371"/>
        <pc:sldMkLst>
          <pc:docMk/>
          <pc:sldMk cId="150653922" sldId="624"/>
        </pc:sldMkLst>
        <pc:spChg chg="mod ord">
          <ac:chgData name="유예나" userId="56804d69-2be5-4f9a-85f3-71ac819806f9" providerId="ADAL" clId="{58D894AC-7E04-41DB-A3C3-482DED13BEE6}" dt="2024-01-25T07:39:30.338" v="2305" actId="700"/>
          <ac:spMkLst>
            <pc:docMk/>
            <pc:sldMk cId="150653922" sldId="624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5T07:39:30.338" v="2305" actId="700"/>
          <ac:spMkLst>
            <pc:docMk/>
            <pc:sldMk cId="150653922" sldId="624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5T07:39:30.338" v="2305" actId="700"/>
          <ac:spMkLst>
            <pc:docMk/>
            <pc:sldMk cId="150653922" sldId="624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5T07:39:30.338" v="2305" actId="700"/>
          <ac:spMkLst>
            <pc:docMk/>
            <pc:sldMk cId="150653922" sldId="624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6T00:53:13.508" v="4037" actId="20577"/>
          <ac:spMkLst>
            <pc:docMk/>
            <pc:sldMk cId="150653922" sldId="624"/>
            <ac:spMk id="6" creationId="{A53606D2-C5A0-42E5-B1CF-5BBD4D5E5F90}"/>
          </ac:spMkLst>
        </pc:spChg>
        <pc:spChg chg="add del mod ord">
          <ac:chgData name="유예나" userId="56804d69-2be5-4f9a-85f3-71ac819806f9" providerId="ADAL" clId="{58D894AC-7E04-41DB-A3C3-482DED13BEE6}" dt="2024-01-29T04:56:57.802" v="9371"/>
          <ac:spMkLst>
            <pc:docMk/>
            <pc:sldMk cId="150653922" sldId="624"/>
            <ac:spMk id="8" creationId="{D5A86BBA-7A94-48CD-B535-19792F337EC2}"/>
          </ac:spMkLst>
        </pc:spChg>
        <pc:spChg chg="add del mod">
          <ac:chgData name="유예나" userId="56804d69-2be5-4f9a-85f3-71ac819806f9" providerId="ADAL" clId="{58D894AC-7E04-41DB-A3C3-482DED13BEE6}" dt="2024-01-25T07:37:00.669" v="2050" actId="478"/>
          <ac:spMkLst>
            <pc:docMk/>
            <pc:sldMk cId="150653922" sldId="624"/>
            <ac:spMk id="10" creationId="{DF8CC041-8DE9-872A-DC7D-7FD1380EB7F4}"/>
          </ac:spMkLst>
        </pc:spChg>
        <pc:spChg chg="mod">
          <ac:chgData name="유예나" userId="56804d69-2be5-4f9a-85f3-71ac819806f9" providerId="ADAL" clId="{58D894AC-7E04-41DB-A3C3-482DED13BEE6}" dt="2024-01-25T07:36:02.496" v="1978" actId="5793"/>
          <ac:spMkLst>
            <pc:docMk/>
            <pc:sldMk cId="150653922" sldId="624"/>
            <ac:spMk id="47" creationId="{C362501A-488C-34CF-66EF-BB6D1521490D}"/>
          </ac:spMkLst>
        </pc:spChg>
        <pc:spChg chg="mod">
          <ac:chgData name="유예나" userId="56804d69-2be5-4f9a-85f3-71ac819806f9" providerId="ADAL" clId="{58D894AC-7E04-41DB-A3C3-482DED13BEE6}" dt="2024-01-25T07:36:05.996" v="1979"/>
          <ac:spMkLst>
            <pc:docMk/>
            <pc:sldMk cId="150653922" sldId="624"/>
            <ac:spMk id="50" creationId="{2E47C488-ADFD-2EE5-0777-0D830CC14F78}"/>
          </ac:spMkLst>
        </pc:spChg>
        <pc:grpChg chg="del mod">
          <ac:chgData name="유예나" userId="56804d69-2be5-4f9a-85f3-71ac819806f9" providerId="ADAL" clId="{58D894AC-7E04-41DB-A3C3-482DED13BEE6}" dt="2024-01-26T00:53:44.619" v="4065" actId="478"/>
          <ac:grpSpMkLst>
            <pc:docMk/>
            <pc:sldMk cId="150653922" sldId="624"/>
            <ac:grpSpMk id="45" creationId="{3623E274-19C2-3522-1DCF-DE071A05BE02}"/>
          </ac:grpSpMkLst>
        </pc:grpChg>
        <pc:grpChg chg="del mod">
          <ac:chgData name="유예나" userId="56804d69-2be5-4f9a-85f3-71ac819806f9" providerId="ADAL" clId="{58D894AC-7E04-41DB-A3C3-482DED13BEE6}" dt="2024-01-26T00:53:47.318" v="4066" actId="478"/>
          <ac:grpSpMkLst>
            <pc:docMk/>
            <pc:sldMk cId="150653922" sldId="624"/>
            <ac:grpSpMk id="48" creationId="{4386804B-8FB0-E673-FB44-323837812DE5}"/>
          </ac:grpSpMkLst>
        </pc:grpChg>
      </pc:sldChg>
      <pc:sldChg chg="addSp delSp modSp mod modClrScheme chgLayout">
        <pc:chgData name="유예나" userId="56804d69-2be5-4f9a-85f3-71ac819806f9" providerId="ADAL" clId="{58D894AC-7E04-41DB-A3C3-482DED13BEE6}" dt="2024-01-29T05:17:33.576" v="9381"/>
        <pc:sldMkLst>
          <pc:docMk/>
          <pc:sldMk cId="1072898210" sldId="627"/>
        </pc:sldMkLst>
        <pc:spChg chg="mod ord">
          <ac:chgData name="유예나" userId="56804d69-2be5-4f9a-85f3-71ac819806f9" providerId="ADAL" clId="{58D894AC-7E04-41DB-A3C3-482DED13BEE6}" dt="2024-01-26T05:48:10.676" v="7767" actId="700"/>
          <ac:spMkLst>
            <pc:docMk/>
            <pc:sldMk cId="1072898210" sldId="627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6T05:48:10.676" v="7767" actId="700"/>
          <ac:spMkLst>
            <pc:docMk/>
            <pc:sldMk cId="1072898210" sldId="627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6T05:48:10.676" v="7767" actId="700"/>
          <ac:spMkLst>
            <pc:docMk/>
            <pc:sldMk cId="1072898210" sldId="627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6T05:48:10.676" v="7767" actId="700"/>
          <ac:spMkLst>
            <pc:docMk/>
            <pc:sldMk cId="1072898210" sldId="627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6T05:48:10.676" v="7767" actId="700"/>
          <ac:spMkLst>
            <pc:docMk/>
            <pc:sldMk cId="1072898210" sldId="627"/>
            <ac:spMk id="6" creationId="{A53606D2-C5A0-42E5-B1CF-5BBD4D5E5F90}"/>
          </ac:spMkLst>
        </pc:spChg>
        <pc:spChg chg="mod ord">
          <ac:chgData name="유예나" userId="56804d69-2be5-4f9a-85f3-71ac819806f9" providerId="ADAL" clId="{58D894AC-7E04-41DB-A3C3-482DED13BEE6}" dt="2024-01-29T05:17:33.576" v="9381"/>
          <ac:spMkLst>
            <pc:docMk/>
            <pc:sldMk cId="1072898210" sldId="627"/>
            <ac:spMk id="8" creationId="{D5A86BBA-7A94-48CD-B535-19792F337EC2}"/>
          </ac:spMkLst>
        </pc:spChg>
        <pc:spChg chg="mod">
          <ac:chgData name="유예나" userId="56804d69-2be5-4f9a-85f3-71ac819806f9" providerId="ADAL" clId="{58D894AC-7E04-41DB-A3C3-482DED13BEE6}" dt="2024-01-25T07:51:51.094" v="2370" actId="1038"/>
          <ac:spMkLst>
            <pc:docMk/>
            <pc:sldMk cId="1072898210" sldId="627"/>
            <ac:spMk id="11" creationId="{7815317D-407C-FE0D-98BE-000A59CFCB79}"/>
          </ac:spMkLst>
        </pc:spChg>
        <pc:spChg chg="mod">
          <ac:chgData name="유예나" userId="56804d69-2be5-4f9a-85f3-71ac819806f9" providerId="ADAL" clId="{58D894AC-7E04-41DB-A3C3-482DED13BEE6}" dt="2024-01-25T07:44:47.942" v="2355" actId="113"/>
          <ac:spMkLst>
            <pc:docMk/>
            <pc:sldMk cId="1072898210" sldId="627"/>
            <ac:spMk id="14" creationId="{F16BB574-567E-D761-B7FF-B9C48EA44DE6}"/>
          </ac:spMkLst>
        </pc:spChg>
        <pc:spChg chg="mod">
          <ac:chgData name="유예나" userId="56804d69-2be5-4f9a-85f3-71ac819806f9" providerId="ADAL" clId="{58D894AC-7E04-41DB-A3C3-482DED13BEE6}" dt="2024-01-25T07:44:33.561" v="2344" actId="207"/>
          <ac:spMkLst>
            <pc:docMk/>
            <pc:sldMk cId="1072898210" sldId="627"/>
            <ac:spMk id="25" creationId="{871C0DF4-D8CA-4679-BC96-3A63E975FC3D}"/>
          </ac:spMkLst>
        </pc:spChg>
        <pc:grpChg chg="del mod">
          <ac:chgData name="유예나" userId="56804d69-2be5-4f9a-85f3-71ac819806f9" providerId="ADAL" clId="{58D894AC-7E04-41DB-A3C3-482DED13BEE6}" dt="2024-01-26T00:36:20.345" v="3920" actId="21"/>
          <ac:grpSpMkLst>
            <pc:docMk/>
            <pc:sldMk cId="1072898210" sldId="627"/>
            <ac:grpSpMk id="12" creationId="{20A6876F-FFC6-C7A1-9C24-44F9A53283D4}"/>
          </ac:grpSpMkLst>
        </pc:grpChg>
        <pc:grpChg chg="del mod">
          <ac:chgData name="유예나" userId="56804d69-2be5-4f9a-85f3-71ac819806f9" providerId="ADAL" clId="{58D894AC-7E04-41DB-A3C3-482DED13BEE6}" dt="2024-01-26T00:36:20.345" v="3920" actId="21"/>
          <ac:grpSpMkLst>
            <pc:docMk/>
            <pc:sldMk cId="1072898210" sldId="627"/>
            <ac:grpSpMk id="22" creationId="{A2C447A4-00C9-4FDB-843E-D38D4F1CD42C}"/>
          </ac:grpSpMkLst>
        </pc:grpChg>
        <pc:picChg chg="del">
          <ac:chgData name="유예나" userId="56804d69-2be5-4f9a-85f3-71ac819806f9" providerId="ADAL" clId="{58D894AC-7E04-41DB-A3C3-482DED13BEE6}" dt="2024-01-25T07:43:07.489" v="2309" actId="478"/>
          <ac:picMkLst>
            <pc:docMk/>
            <pc:sldMk cId="1072898210" sldId="627"/>
            <ac:picMk id="9" creationId="{F6CF1FA1-EE90-D1BF-0808-6BBCBDC58510}"/>
          </ac:picMkLst>
        </pc:picChg>
        <pc:picChg chg="add mod ord">
          <ac:chgData name="유예나" userId="56804d69-2be5-4f9a-85f3-71ac819806f9" providerId="ADAL" clId="{58D894AC-7E04-41DB-A3C3-482DED13BEE6}" dt="2024-01-25T07:43:34.172" v="2316" actId="1076"/>
          <ac:picMkLst>
            <pc:docMk/>
            <pc:sldMk cId="1072898210" sldId="627"/>
            <ac:picMk id="10" creationId="{7240F031-2B07-726D-5E25-6CD694FF6F0E}"/>
          </ac:picMkLst>
        </pc:picChg>
      </pc:sldChg>
      <pc:sldChg chg="modSp del mod">
        <pc:chgData name="유예나" userId="56804d69-2be5-4f9a-85f3-71ac819806f9" providerId="ADAL" clId="{58D894AC-7E04-41DB-A3C3-482DED13BEE6}" dt="2024-01-25T07:39:59.423" v="2307" actId="47"/>
        <pc:sldMkLst>
          <pc:docMk/>
          <pc:sldMk cId="2607427393" sldId="628"/>
        </pc:sldMkLst>
        <pc:spChg chg="mod">
          <ac:chgData name="유예나" userId="56804d69-2be5-4f9a-85f3-71ac819806f9" providerId="ADAL" clId="{58D894AC-7E04-41DB-A3C3-482DED13BEE6}" dt="2024-01-25T07:39:58.027" v="2306" actId="6549"/>
          <ac:spMkLst>
            <pc:docMk/>
            <pc:sldMk cId="2607427393" sldId="628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7:11.037" v="1184"/>
          <ac:spMkLst>
            <pc:docMk/>
            <pc:sldMk cId="2607427393" sldId="628"/>
            <ac:spMk id="5" creationId="{8E5D141B-F47E-4265-8F69-D191722C6659}"/>
          </ac:spMkLst>
        </pc:spChg>
      </pc:sldChg>
      <pc:sldChg chg="modSp del mod">
        <pc:chgData name="유예나" userId="56804d69-2be5-4f9a-85f3-71ac819806f9" providerId="ADAL" clId="{58D894AC-7E04-41DB-A3C3-482DED13BEE6}" dt="2024-01-25T07:55:37.358" v="2527" actId="47"/>
        <pc:sldMkLst>
          <pc:docMk/>
          <pc:sldMk cId="2302769442" sldId="1029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2302769442" sldId="1029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7:55:06.211" v="2526" actId="20577"/>
          <ac:spMkLst>
            <pc:docMk/>
            <pc:sldMk cId="2302769442" sldId="1029"/>
            <ac:spMk id="6" creationId="{A53606D2-C5A0-42E5-B1CF-5BBD4D5E5F90}"/>
          </ac:spMkLst>
        </pc:spChg>
      </pc:sldChg>
      <pc:sldChg chg="modSp del">
        <pc:chgData name="유예나" userId="56804d69-2be5-4f9a-85f3-71ac819806f9" providerId="ADAL" clId="{58D894AC-7E04-41DB-A3C3-482DED13BEE6}" dt="2024-01-25T07:55:58.259" v="2528" actId="47"/>
        <pc:sldMkLst>
          <pc:docMk/>
          <pc:sldMk cId="1958885580" sldId="1030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1958885580" sldId="1030"/>
            <ac:spMk id="5" creationId="{8E5D141B-F47E-4265-8F69-D191722C6659}"/>
          </ac:spMkLst>
        </pc:spChg>
      </pc:sldChg>
      <pc:sldChg chg="modSp del">
        <pc:chgData name="유예나" userId="56804d69-2be5-4f9a-85f3-71ac819806f9" providerId="ADAL" clId="{58D894AC-7E04-41DB-A3C3-482DED13BEE6}" dt="2024-01-25T07:55:58.259" v="2528" actId="47"/>
        <pc:sldMkLst>
          <pc:docMk/>
          <pc:sldMk cId="1033232044" sldId="1031"/>
        </pc:sldMkLst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1033232044" sldId="1031"/>
            <ac:spMk id="5" creationId="{8E5D141B-F47E-4265-8F69-D191722C6659}"/>
          </ac:spMkLst>
        </pc:spChg>
      </pc:sldChg>
      <pc:sldChg chg="delSp modSp del mod">
        <pc:chgData name="유예나" userId="56804d69-2be5-4f9a-85f3-71ac819806f9" providerId="ADAL" clId="{58D894AC-7E04-41DB-A3C3-482DED13BEE6}" dt="2024-01-25T23:25:15.088" v="2927" actId="47"/>
        <pc:sldMkLst>
          <pc:docMk/>
          <pc:sldMk cId="2885674728" sldId="1032"/>
        </pc:sldMkLst>
        <pc:spChg chg="mod">
          <ac:chgData name="유예나" userId="56804d69-2be5-4f9a-85f3-71ac819806f9" providerId="ADAL" clId="{58D894AC-7E04-41DB-A3C3-482DED13BEE6}" dt="2024-01-25T23:22:46.712" v="2912"/>
          <ac:spMkLst>
            <pc:docMk/>
            <pc:sldMk cId="2885674728" sldId="1032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9:50.480" v="1196"/>
          <ac:spMkLst>
            <pc:docMk/>
            <pc:sldMk cId="2885674728" sldId="1032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23:24:06.466" v="2918" actId="20577"/>
          <ac:spMkLst>
            <pc:docMk/>
            <pc:sldMk cId="2885674728" sldId="1032"/>
            <ac:spMk id="25" creationId="{871C0DF4-D8CA-4679-BC96-3A63E975FC3D}"/>
          </ac:spMkLst>
        </pc:spChg>
        <pc:spChg chg="mod">
          <ac:chgData name="유예나" userId="56804d69-2be5-4f9a-85f3-71ac819806f9" providerId="ADAL" clId="{58D894AC-7E04-41DB-A3C3-482DED13BEE6}" dt="2024-01-25T23:24:04.684" v="2917" actId="6549"/>
          <ac:spMkLst>
            <pc:docMk/>
            <pc:sldMk cId="2885674728" sldId="1032"/>
            <ac:spMk id="32" creationId="{2A4D0747-7982-4A20-A292-C9D946CF9361}"/>
          </ac:spMkLst>
        </pc:spChg>
        <pc:grpChg chg="del mod">
          <ac:chgData name="유예나" userId="56804d69-2be5-4f9a-85f3-71ac819806f9" providerId="ADAL" clId="{58D894AC-7E04-41DB-A3C3-482DED13BEE6}" dt="2024-01-25T23:23:44.733" v="2914" actId="478"/>
          <ac:grpSpMkLst>
            <pc:docMk/>
            <pc:sldMk cId="2885674728" sldId="1032"/>
            <ac:grpSpMk id="12" creationId="{285C9638-FFD1-FCFA-6B77-C5CD3D58D870}"/>
          </ac:grpSpMkLst>
        </pc:grpChg>
        <pc:grpChg chg="mod">
          <ac:chgData name="유예나" userId="56804d69-2be5-4f9a-85f3-71ac819806f9" providerId="ADAL" clId="{58D894AC-7E04-41DB-A3C3-482DED13BEE6}" dt="2024-01-25T23:24:53.168" v="2926" actId="14100"/>
          <ac:grpSpMkLst>
            <pc:docMk/>
            <pc:sldMk cId="2885674728" sldId="1032"/>
            <ac:grpSpMk id="16" creationId="{E13AE144-36AE-C5CA-6C7E-A0B21A04376A}"/>
          </ac:grpSpMkLst>
        </pc:grpChg>
        <pc:grpChg chg="mod">
          <ac:chgData name="유예나" userId="56804d69-2be5-4f9a-85f3-71ac819806f9" providerId="ADAL" clId="{58D894AC-7E04-41DB-A3C3-482DED13BEE6}" dt="2024-01-25T23:24:50.783" v="2925" actId="14100"/>
          <ac:grpSpMkLst>
            <pc:docMk/>
            <pc:sldMk cId="2885674728" sldId="1032"/>
            <ac:grpSpMk id="20" creationId="{1986F1FE-59A5-551C-B18B-E4AFEE915068}"/>
          </ac:grpSpMkLst>
        </pc:grpChg>
        <pc:grpChg chg="mod">
          <ac:chgData name="유예나" userId="56804d69-2be5-4f9a-85f3-71ac819806f9" providerId="ADAL" clId="{58D894AC-7E04-41DB-A3C3-482DED13BEE6}" dt="2024-01-25T23:24:48.375" v="2924" actId="1076"/>
          <ac:grpSpMkLst>
            <pc:docMk/>
            <pc:sldMk cId="2885674728" sldId="1032"/>
            <ac:grpSpMk id="27" creationId="{DD5292EA-0C9D-AF84-36E4-2CA46732DB11}"/>
          </ac:grpSpMkLst>
        </pc:grpChg>
      </pc:sldChg>
      <pc:sldChg chg="modSp del mod">
        <pc:chgData name="유예나" userId="56804d69-2be5-4f9a-85f3-71ac819806f9" providerId="ADAL" clId="{58D894AC-7E04-41DB-A3C3-482DED13BEE6}" dt="2024-01-25T02:45:38.861" v="10" actId="47"/>
        <pc:sldMkLst>
          <pc:docMk/>
          <pc:sldMk cId="1975740296" sldId="1033"/>
        </pc:sldMkLst>
        <pc:spChg chg="mod">
          <ac:chgData name="유예나" userId="56804d69-2be5-4f9a-85f3-71ac819806f9" providerId="ADAL" clId="{58D894AC-7E04-41DB-A3C3-482DED13BEE6}" dt="2024-01-25T02:45:37.822" v="9" actId="6549"/>
          <ac:spMkLst>
            <pc:docMk/>
            <pc:sldMk cId="1975740296" sldId="1033"/>
            <ac:spMk id="8" creationId="{D5A86BBA-7A94-48CD-B535-19792F337EC2}"/>
          </ac:spMkLst>
        </pc:spChg>
      </pc:sldChg>
      <pc:sldChg chg="modSp add del mod">
        <pc:chgData name="유예나" userId="56804d69-2be5-4f9a-85f3-71ac819806f9" providerId="ADAL" clId="{58D894AC-7E04-41DB-A3C3-482DED13BEE6}" dt="2024-01-25T05:51:08.619" v="1201" actId="47"/>
        <pc:sldMkLst>
          <pc:docMk/>
          <pc:sldMk cId="1788829101" sldId="1034"/>
        </pc:sldMkLst>
        <pc:spChg chg="mod">
          <ac:chgData name="유예나" userId="56804d69-2be5-4f9a-85f3-71ac819806f9" providerId="ADAL" clId="{58D894AC-7E04-41DB-A3C3-482DED13BEE6}" dt="2024-01-25T05:50:06.077" v="1198" actId="6549"/>
          <ac:spMkLst>
            <pc:docMk/>
            <pc:sldMk cId="1788829101" sldId="1034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8:53.283" v="1188"/>
          <ac:spMkLst>
            <pc:docMk/>
            <pc:sldMk cId="1788829101" sldId="1034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5:48:54.943" v="1189" actId="20577"/>
          <ac:spMkLst>
            <pc:docMk/>
            <pc:sldMk cId="1788829101" sldId="1034"/>
            <ac:spMk id="6" creationId="{A53606D2-C5A0-42E5-B1CF-5BBD4D5E5F90}"/>
          </ac:spMkLst>
        </pc:spChg>
      </pc:sldChg>
      <pc:sldChg chg="modSp del mod">
        <pc:chgData name="유예나" userId="56804d69-2be5-4f9a-85f3-71ac819806f9" providerId="ADAL" clId="{58D894AC-7E04-41DB-A3C3-482DED13BEE6}" dt="2024-01-25T05:51:34.960" v="1202" actId="47"/>
        <pc:sldMkLst>
          <pc:docMk/>
          <pc:sldMk cId="1071856016" sldId="1035"/>
        </pc:sldMkLst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1071856016" sldId="1035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5:49:04.424" v="1191" actId="20577"/>
          <ac:spMkLst>
            <pc:docMk/>
            <pc:sldMk cId="1071856016" sldId="1035"/>
            <ac:spMk id="6" creationId="{A53606D2-C5A0-42E5-B1CF-5BBD4D5E5F90}"/>
          </ac:spMkLst>
        </pc:spChg>
      </pc:sldChg>
      <pc:sldChg chg="modSp del mod">
        <pc:chgData name="유예나" userId="56804d69-2be5-4f9a-85f3-71ac819806f9" providerId="ADAL" clId="{58D894AC-7E04-41DB-A3C3-482DED13BEE6}" dt="2024-01-25T07:28:27.138" v="1878" actId="47"/>
        <pc:sldMkLst>
          <pc:docMk/>
          <pc:sldMk cId="3154274218" sldId="1036"/>
        </pc:sldMkLst>
        <pc:spChg chg="mod">
          <ac:chgData name="유예나" userId="56804d69-2be5-4f9a-85f3-71ac819806f9" providerId="ADAL" clId="{58D894AC-7E04-41DB-A3C3-482DED13BEE6}" dt="2024-01-25T07:28:26.093" v="1877" actId="6549"/>
          <ac:spMkLst>
            <pc:docMk/>
            <pc:sldMk cId="3154274218" sldId="1036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05:49:16.017" v="1192"/>
          <ac:spMkLst>
            <pc:docMk/>
            <pc:sldMk cId="3154274218" sldId="1036"/>
            <ac:spMk id="5" creationId="{8E5D141B-F47E-4265-8F69-D191722C6659}"/>
          </ac:spMkLst>
        </pc:spChg>
      </pc:sldChg>
      <pc:sldChg chg="addSp delSp modSp add del mod">
        <pc:chgData name="유예나" userId="56804d69-2be5-4f9a-85f3-71ac819806f9" providerId="ADAL" clId="{58D894AC-7E04-41DB-A3C3-482DED13BEE6}" dt="2024-01-25T08:12:53.043" v="2855" actId="1037"/>
        <pc:sldMkLst>
          <pc:docMk/>
          <pc:sldMk cId="3211156367" sldId="1037"/>
        </pc:sldMkLst>
        <pc:spChg chg="mod">
          <ac:chgData name="유예나" userId="56804d69-2be5-4f9a-85f3-71ac819806f9" providerId="ADAL" clId="{58D894AC-7E04-41DB-A3C3-482DED13BEE6}" dt="2024-01-25T08:11:17.146" v="2826"/>
          <ac:spMkLst>
            <pc:docMk/>
            <pc:sldMk cId="3211156367" sldId="1037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8:11:21.375" v="2828" actId="20577"/>
          <ac:spMkLst>
            <pc:docMk/>
            <pc:sldMk cId="3211156367" sldId="1037"/>
            <ac:spMk id="6" creationId="{A53606D2-C5A0-42E5-B1CF-5BBD4D5E5F90}"/>
          </ac:spMkLst>
        </pc:spChg>
        <pc:spChg chg="add mod">
          <ac:chgData name="유예나" userId="56804d69-2be5-4f9a-85f3-71ac819806f9" providerId="ADAL" clId="{58D894AC-7E04-41DB-A3C3-482DED13BEE6}" dt="2024-01-25T08:12:53.043" v="2855" actId="1037"/>
          <ac:spMkLst>
            <pc:docMk/>
            <pc:sldMk cId="3211156367" sldId="1037"/>
            <ac:spMk id="12" creationId="{61FFC2AA-EDF2-0C6F-0694-8361F78BFD38}"/>
          </ac:spMkLst>
        </pc:spChg>
        <pc:grpChg chg="del">
          <ac:chgData name="유예나" userId="56804d69-2be5-4f9a-85f3-71ac819806f9" providerId="ADAL" clId="{58D894AC-7E04-41DB-A3C3-482DED13BEE6}" dt="2024-01-25T08:11:56.808" v="2829" actId="478"/>
          <ac:grpSpMkLst>
            <pc:docMk/>
            <pc:sldMk cId="3211156367" sldId="1037"/>
            <ac:grpSpMk id="11" creationId="{59452570-9D7E-B888-0E02-EAEA100AE7BE}"/>
          </ac:grpSpMkLst>
        </pc:grpChg>
        <pc:grpChg chg="del">
          <ac:chgData name="유예나" userId="56804d69-2be5-4f9a-85f3-71ac819806f9" providerId="ADAL" clId="{58D894AC-7E04-41DB-A3C3-482DED13BEE6}" dt="2024-01-25T08:11:56.808" v="2829" actId="478"/>
          <ac:grpSpMkLst>
            <pc:docMk/>
            <pc:sldMk cId="3211156367" sldId="1037"/>
            <ac:grpSpMk id="16" creationId="{B406C87A-53D3-AB32-5767-DED98A607940}"/>
          </ac:grpSpMkLst>
        </pc:grpChg>
        <pc:picChg chg="add del mod">
          <ac:chgData name="유예나" userId="56804d69-2be5-4f9a-85f3-71ac819806f9" providerId="ADAL" clId="{58D894AC-7E04-41DB-A3C3-482DED13BEE6}" dt="2024-01-25T08:12:23.719" v="2836" actId="478"/>
          <ac:picMkLst>
            <pc:docMk/>
            <pc:sldMk cId="3211156367" sldId="1037"/>
            <ac:picMk id="9" creationId="{08A667D2-7D36-EDFF-5280-D419AD57F789}"/>
          </ac:picMkLst>
        </pc:picChg>
        <pc:picChg chg="add mod ord modCrop">
          <ac:chgData name="유예나" userId="56804d69-2be5-4f9a-85f3-71ac819806f9" providerId="ADAL" clId="{58D894AC-7E04-41DB-A3C3-482DED13BEE6}" dt="2024-01-25T08:12:40.859" v="2843" actId="1076"/>
          <ac:picMkLst>
            <pc:docMk/>
            <pc:sldMk cId="3211156367" sldId="1037"/>
            <ac:picMk id="18" creationId="{8694DDFB-5474-1C75-4973-361A369E93A4}"/>
          </ac:picMkLst>
        </pc:picChg>
      </pc:sldChg>
      <pc:sldChg chg="modSp mod">
        <pc:chgData name="유예나" userId="56804d69-2be5-4f9a-85f3-71ac819806f9" providerId="ADAL" clId="{58D894AC-7E04-41DB-A3C3-482DED13BEE6}" dt="2024-01-25T08:11:18.795" v="2827" actId="20577"/>
        <pc:sldMkLst>
          <pc:docMk/>
          <pc:sldMk cId="2165793030" sldId="1038"/>
        </pc:sldMkLst>
        <pc:spChg chg="mod">
          <ac:chgData name="유예나" userId="56804d69-2be5-4f9a-85f3-71ac819806f9" providerId="ADAL" clId="{58D894AC-7E04-41DB-A3C3-482DED13BEE6}" dt="2024-01-25T08:11:17.146" v="2826"/>
          <ac:spMkLst>
            <pc:docMk/>
            <pc:sldMk cId="2165793030" sldId="1038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8:11:18.795" v="2827" actId="20577"/>
          <ac:spMkLst>
            <pc:docMk/>
            <pc:sldMk cId="2165793030" sldId="1038"/>
            <ac:spMk id="6" creationId="{A53606D2-C5A0-42E5-B1CF-5BBD4D5E5F90}"/>
          </ac:spMkLst>
        </pc:spChg>
      </pc:sldChg>
      <pc:sldChg chg="modSp add del mod ord">
        <pc:chgData name="유예나" userId="56804d69-2be5-4f9a-85f3-71ac819806f9" providerId="ADAL" clId="{58D894AC-7E04-41DB-A3C3-482DED13BEE6}" dt="2024-01-25T05:39:30.280" v="1099" actId="47"/>
        <pc:sldMkLst>
          <pc:docMk/>
          <pc:sldMk cId="3066180551" sldId="1039"/>
        </pc:sldMkLst>
        <pc:spChg chg="mod">
          <ac:chgData name="유예나" userId="56804d69-2be5-4f9a-85f3-71ac819806f9" providerId="ADAL" clId="{58D894AC-7E04-41DB-A3C3-482DED13BEE6}" dt="2024-01-25T05:04:27.882" v="674" actId="2711"/>
          <ac:spMkLst>
            <pc:docMk/>
            <pc:sldMk cId="3066180551" sldId="1039"/>
            <ac:spMk id="5" creationId="{13DA834D-A0F8-47B9-A105-974E6446F82A}"/>
          </ac:spMkLst>
        </pc:spChg>
        <pc:spChg chg="mod">
          <ac:chgData name="유예나" userId="56804d69-2be5-4f9a-85f3-71ac819806f9" providerId="ADAL" clId="{58D894AC-7E04-41DB-A3C3-482DED13BEE6}" dt="2024-01-25T05:04:27.882" v="674" actId="2711"/>
          <ac:spMkLst>
            <pc:docMk/>
            <pc:sldMk cId="3066180551" sldId="1039"/>
            <ac:spMk id="7" creationId="{1FE20F56-C11E-4BEC-8244-ED762E5226AB}"/>
          </ac:spMkLst>
        </pc:spChg>
        <pc:graphicFrameChg chg="mod modGraphic">
          <ac:chgData name="유예나" userId="56804d69-2be5-4f9a-85f3-71ac819806f9" providerId="ADAL" clId="{58D894AC-7E04-41DB-A3C3-482DED13BEE6}" dt="2024-01-25T05:38:37.303" v="1082" actId="14734"/>
          <ac:graphicFrameMkLst>
            <pc:docMk/>
            <pc:sldMk cId="3066180551" sldId="1039"/>
            <ac:graphicFrameMk id="3" creationId="{2EA69B9B-B0E5-CDCE-2BF0-A34BEF9E1702}"/>
          </ac:graphicFrameMkLst>
        </pc:graphicFrameChg>
      </pc:sldChg>
      <pc:sldChg chg="addSp delSp modSp add del mod ord modClrScheme chgLayout">
        <pc:chgData name="유예나" userId="56804d69-2be5-4f9a-85f3-71ac819806f9" providerId="ADAL" clId="{58D894AC-7E04-41DB-A3C3-482DED13BEE6}" dt="2024-01-26T02:02:30.701" v="4856"/>
        <pc:sldMkLst>
          <pc:docMk/>
          <pc:sldMk cId="3281049538" sldId="1040"/>
        </pc:sldMkLst>
        <pc:spChg chg="mod ord">
          <ac:chgData name="유예나" userId="56804d69-2be5-4f9a-85f3-71ac819806f9" providerId="ADAL" clId="{58D894AC-7E04-41DB-A3C3-482DED13BEE6}" dt="2024-01-26T02:02:25.049" v="4852" actId="700"/>
          <ac:spMkLst>
            <pc:docMk/>
            <pc:sldMk cId="3281049538" sldId="1040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6T02:02:25.049" v="4852" actId="700"/>
          <ac:spMkLst>
            <pc:docMk/>
            <pc:sldMk cId="3281049538" sldId="1040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6T02:02:25.049" v="4852" actId="700"/>
          <ac:spMkLst>
            <pc:docMk/>
            <pc:sldMk cId="3281049538" sldId="1040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6T02:02:25.049" v="4852" actId="700"/>
          <ac:spMkLst>
            <pc:docMk/>
            <pc:sldMk cId="3281049538" sldId="1040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6T02:02:25.049" v="4852" actId="700"/>
          <ac:spMkLst>
            <pc:docMk/>
            <pc:sldMk cId="3281049538" sldId="1040"/>
            <ac:spMk id="6" creationId="{A53606D2-C5A0-42E5-B1CF-5BBD4D5E5F90}"/>
          </ac:spMkLst>
        </pc:spChg>
        <pc:spChg chg="add mod ord">
          <ac:chgData name="유예나" userId="56804d69-2be5-4f9a-85f3-71ac819806f9" providerId="ADAL" clId="{58D894AC-7E04-41DB-A3C3-482DED13BEE6}" dt="2024-01-26T02:02:30.701" v="4856"/>
          <ac:spMkLst>
            <pc:docMk/>
            <pc:sldMk cId="3281049538" sldId="1040"/>
            <ac:spMk id="8" creationId="{2B81AC87-4C97-BE47-4B9C-89CAB1B5EA7E}"/>
          </ac:spMkLst>
        </pc:spChg>
        <pc:spChg chg="del mod">
          <ac:chgData name="유예나" userId="56804d69-2be5-4f9a-85f3-71ac819806f9" providerId="ADAL" clId="{58D894AC-7E04-41DB-A3C3-482DED13BEE6}" dt="2024-01-26T02:02:28.990" v="4855" actId="478"/>
          <ac:spMkLst>
            <pc:docMk/>
            <pc:sldMk cId="3281049538" sldId="1040"/>
            <ac:spMk id="25" creationId="{55B958A1-1A68-4FAF-8CB7-311180C151AE}"/>
          </ac:spMkLst>
        </pc:spChg>
      </pc:sldChg>
      <pc:sldChg chg="addSp delSp modSp add mod ord">
        <pc:chgData name="유예나" userId="56804d69-2be5-4f9a-85f3-71ac819806f9" providerId="ADAL" clId="{58D894AC-7E04-41DB-A3C3-482DED13BEE6}" dt="2024-01-25T05:47:22.533" v="1185"/>
        <pc:sldMkLst>
          <pc:docMk/>
          <pc:sldMk cId="934027525" sldId="1041"/>
        </pc:sldMkLst>
        <pc:spChg chg="mod">
          <ac:chgData name="유예나" userId="56804d69-2be5-4f9a-85f3-71ac819806f9" providerId="ADAL" clId="{58D894AC-7E04-41DB-A3C3-482DED13BEE6}" dt="2024-01-25T04:27:49.040" v="480"/>
          <ac:spMkLst>
            <pc:docMk/>
            <pc:sldMk cId="934027525" sldId="1041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5T05:47:22.533" v="1185"/>
          <ac:spMkLst>
            <pc:docMk/>
            <pc:sldMk cId="934027525" sldId="1041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5:09:44.039" v="682" actId="20577"/>
          <ac:spMkLst>
            <pc:docMk/>
            <pc:sldMk cId="934027525" sldId="1041"/>
            <ac:spMk id="6" creationId="{A53606D2-C5A0-42E5-B1CF-5BBD4D5E5F90}"/>
          </ac:spMkLst>
        </pc:spChg>
        <pc:spChg chg="mod">
          <ac:chgData name="유예나" userId="56804d69-2be5-4f9a-85f3-71ac819806f9" providerId="ADAL" clId="{58D894AC-7E04-41DB-A3C3-482DED13BEE6}" dt="2024-01-25T05:12:56.879" v="725"/>
          <ac:spMkLst>
            <pc:docMk/>
            <pc:sldMk cId="934027525" sldId="1041"/>
            <ac:spMk id="15" creationId="{D19EE364-F60E-F8C7-B985-B44172B65BF5}"/>
          </ac:spMkLst>
        </pc:spChg>
        <pc:spChg chg="mod">
          <ac:chgData name="유예나" userId="56804d69-2be5-4f9a-85f3-71ac819806f9" providerId="ADAL" clId="{58D894AC-7E04-41DB-A3C3-482DED13BEE6}" dt="2024-01-25T05:14:05.419" v="774" actId="20577"/>
          <ac:spMkLst>
            <pc:docMk/>
            <pc:sldMk cId="934027525" sldId="1041"/>
            <ac:spMk id="16" creationId="{3D5481EE-6DDE-B695-CCE3-A9829D0B240C}"/>
          </ac:spMkLst>
        </pc:spChg>
        <pc:spChg chg="mod">
          <ac:chgData name="유예나" userId="56804d69-2be5-4f9a-85f3-71ac819806f9" providerId="ADAL" clId="{58D894AC-7E04-41DB-A3C3-482DED13BEE6}" dt="2024-01-25T05:12:56.879" v="725"/>
          <ac:spMkLst>
            <pc:docMk/>
            <pc:sldMk cId="934027525" sldId="1041"/>
            <ac:spMk id="20" creationId="{0ECB1B19-C20C-D7C6-2D6F-DAACFB2A36DD}"/>
          </ac:spMkLst>
        </pc:spChg>
        <pc:spChg chg="mod">
          <ac:chgData name="유예나" userId="56804d69-2be5-4f9a-85f3-71ac819806f9" providerId="ADAL" clId="{58D894AC-7E04-41DB-A3C3-482DED13BEE6}" dt="2024-01-25T05:18:33.310" v="842" actId="20577"/>
          <ac:spMkLst>
            <pc:docMk/>
            <pc:sldMk cId="934027525" sldId="1041"/>
            <ac:spMk id="21" creationId="{C0DDE477-737B-AB56-0AB5-CA20A2651775}"/>
          </ac:spMkLst>
        </pc:spChg>
        <pc:spChg chg="add mod">
          <ac:chgData name="유예나" userId="56804d69-2be5-4f9a-85f3-71ac819806f9" providerId="ADAL" clId="{58D894AC-7E04-41DB-A3C3-482DED13BEE6}" dt="2024-01-25T05:18:51.694" v="848" actId="1076"/>
          <ac:spMkLst>
            <pc:docMk/>
            <pc:sldMk cId="934027525" sldId="1041"/>
            <ac:spMk id="22" creationId="{C3BE40B6-99D9-2ACE-5A52-DAD2414A1F95}"/>
          </ac:spMkLst>
        </pc:spChg>
        <pc:spChg chg="mod">
          <ac:chgData name="유예나" userId="56804d69-2be5-4f9a-85f3-71ac819806f9" providerId="ADAL" clId="{58D894AC-7E04-41DB-A3C3-482DED13BEE6}" dt="2024-01-25T05:09:48.817" v="697" actId="6549"/>
          <ac:spMkLst>
            <pc:docMk/>
            <pc:sldMk cId="934027525" sldId="1041"/>
            <ac:spMk id="23" creationId="{6A6A6D37-9ACD-E04D-C3B5-1C2A7395CE8E}"/>
          </ac:spMkLst>
        </pc:spChg>
        <pc:spChg chg="del mod topLvl">
          <ac:chgData name="유예나" userId="56804d69-2be5-4f9a-85f3-71ac819806f9" providerId="ADAL" clId="{58D894AC-7E04-41DB-A3C3-482DED13BEE6}" dt="2024-01-25T05:15:48.477" v="813" actId="21"/>
          <ac:spMkLst>
            <pc:docMk/>
            <pc:sldMk cId="934027525" sldId="1041"/>
            <ac:spMk id="27" creationId="{1FAB7FC9-237B-DA29-9D04-4F1214AF2BC9}"/>
          </ac:spMkLst>
        </pc:spChg>
        <pc:spChg chg="mod">
          <ac:chgData name="유예나" userId="56804d69-2be5-4f9a-85f3-71ac819806f9" providerId="ADAL" clId="{58D894AC-7E04-41DB-A3C3-482DED13BEE6}" dt="2024-01-25T05:09:54.666" v="698" actId="6549"/>
          <ac:spMkLst>
            <pc:docMk/>
            <pc:sldMk cId="934027525" sldId="1041"/>
            <ac:spMk id="30" creationId="{ACB61741-FC95-25F6-0237-77D49EA27E18}"/>
          </ac:spMkLst>
        </pc:spChg>
        <pc:spChg chg="add mod">
          <ac:chgData name="유예나" userId="56804d69-2be5-4f9a-85f3-71ac819806f9" providerId="ADAL" clId="{58D894AC-7E04-41DB-A3C3-482DED13BEE6}" dt="2024-01-25T05:18:46.493" v="846" actId="164"/>
          <ac:spMkLst>
            <pc:docMk/>
            <pc:sldMk cId="934027525" sldId="1041"/>
            <ac:spMk id="32" creationId="{1FAB7FC9-237B-DA29-9D04-4F1214AF2BC9}"/>
          </ac:spMkLst>
        </pc:spChg>
        <pc:spChg chg="add mod">
          <ac:chgData name="유예나" userId="56804d69-2be5-4f9a-85f3-71ac819806f9" providerId="ADAL" clId="{58D894AC-7E04-41DB-A3C3-482DED13BEE6}" dt="2024-01-25T05:18:46.493" v="846" actId="164"/>
          <ac:spMkLst>
            <pc:docMk/>
            <pc:sldMk cId="934027525" sldId="1041"/>
            <ac:spMk id="33" creationId="{C6BE0398-76EC-A73C-FD18-806F55A2AEA3}"/>
          </ac:spMkLst>
        </pc:spChg>
        <pc:grpChg chg="add mod">
          <ac:chgData name="유예나" userId="56804d69-2be5-4f9a-85f3-71ac819806f9" providerId="ADAL" clId="{58D894AC-7E04-41DB-A3C3-482DED13BEE6}" dt="2024-01-25T05:14:12.389" v="775" actId="1076"/>
          <ac:grpSpMkLst>
            <pc:docMk/>
            <pc:sldMk cId="934027525" sldId="1041"/>
            <ac:grpSpMk id="14" creationId="{E47469B8-426B-650D-9403-4C549D567F23}"/>
          </ac:grpSpMkLst>
        </pc:grpChg>
        <pc:grpChg chg="add mod">
          <ac:chgData name="유예나" userId="56804d69-2be5-4f9a-85f3-71ac819806f9" providerId="ADAL" clId="{58D894AC-7E04-41DB-A3C3-482DED13BEE6}" dt="2024-01-25T05:18:35.217" v="843" actId="1076"/>
          <ac:grpSpMkLst>
            <pc:docMk/>
            <pc:sldMk cId="934027525" sldId="1041"/>
            <ac:grpSpMk id="17" creationId="{301E5DC5-E43B-15A9-6956-3451115694A1}"/>
          </ac:grpSpMkLst>
        </pc:grpChg>
        <pc:grpChg chg="del">
          <ac:chgData name="유예나" userId="56804d69-2be5-4f9a-85f3-71ac819806f9" providerId="ADAL" clId="{58D894AC-7E04-41DB-A3C3-482DED13BEE6}" dt="2024-01-25T05:09:56.775" v="700" actId="478"/>
          <ac:grpSpMkLst>
            <pc:docMk/>
            <pc:sldMk cId="934027525" sldId="1041"/>
            <ac:grpSpMk id="18" creationId="{E7A34FBF-B332-2CDA-E5B1-DEEFB73F4951}"/>
          </ac:grpSpMkLst>
        </pc:grpChg>
        <pc:grpChg chg="add del mod">
          <ac:chgData name="유예나" userId="56804d69-2be5-4f9a-85f3-71ac819806f9" providerId="ADAL" clId="{58D894AC-7E04-41DB-A3C3-482DED13BEE6}" dt="2024-01-25T05:15:48.477" v="813" actId="21"/>
          <ac:grpSpMkLst>
            <pc:docMk/>
            <pc:sldMk cId="934027525" sldId="1041"/>
            <ac:grpSpMk id="25" creationId="{5551BDA1-5BCA-F828-A95B-08478C1E691C}"/>
          </ac:grpSpMkLst>
        </pc:grpChg>
        <pc:grpChg chg="del">
          <ac:chgData name="유예나" userId="56804d69-2be5-4f9a-85f3-71ac819806f9" providerId="ADAL" clId="{58D894AC-7E04-41DB-A3C3-482DED13BEE6}" dt="2024-01-25T05:09:55.436" v="699" actId="478"/>
          <ac:grpSpMkLst>
            <pc:docMk/>
            <pc:sldMk cId="934027525" sldId="1041"/>
            <ac:grpSpMk id="28" creationId="{3985A91B-6ADC-1D87-8CAC-2AC18DA82954}"/>
          </ac:grpSpMkLst>
        </pc:grpChg>
        <pc:grpChg chg="add mod">
          <ac:chgData name="유예나" userId="56804d69-2be5-4f9a-85f3-71ac819806f9" providerId="ADAL" clId="{58D894AC-7E04-41DB-A3C3-482DED13BEE6}" dt="2024-01-25T05:18:49.738" v="847" actId="1076"/>
          <ac:grpSpMkLst>
            <pc:docMk/>
            <pc:sldMk cId="934027525" sldId="1041"/>
            <ac:grpSpMk id="36" creationId="{81572668-45FE-A0C7-CF8A-25823FE17353}"/>
          </ac:grpSpMkLst>
        </pc:grpChg>
        <pc:picChg chg="add del">
          <ac:chgData name="유예나" userId="56804d69-2be5-4f9a-85f3-71ac819806f9" providerId="ADAL" clId="{58D894AC-7E04-41DB-A3C3-482DED13BEE6}" dt="2024-01-25T05:11:54.738" v="706" actId="478"/>
          <ac:picMkLst>
            <pc:docMk/>
            <pc:sldMk cId="934027525" sldId="1041"/>
            <ac:picMk id="8" creationId="{7413C468-4C41-5102-FCCC-3B56DCF452D4}"/>
          </ac:picMkLst>
        </pc:picChg>
        <pc:picChg chg="del mod modCrop">
          <ac:chgData name="유예나" userId="56804d69-2be5-4f9a-85f3-71ac819806f9" providerId="ADAL" clId="{58D894AC-7E04-41DB-A3C3-482DED13BEE6}" dt="2024-01-25T05:11:59.793" v="711" actId="478"/>
          <ac:picMkLst>
            <pc:docMk/>
            <pc:sldMk cId="934027525" sldId="1041"/>
            <ac:picMk id="9" creationId="{D53E7565-75C0-0B32-9D27-368318AD6C8C}"/>
          </ac:picMkLst>
        </pc:picChg>
        <pc:picChg chg="add mod modCrop">
          <ac:chgData name="유예나" userId="56804d69-2be5-4f9a-85f3-71ac819806f9" providerId="ADAL" clId="{58D894AC-7E04-41DB-A3C3-482DED13BEE6}" dt="2024-01-25T05:18:46.493" v="846" actId="164"/>
          <ac:picMkLst>
            <pc:docMk/>
            <pc:sldMk cId="934027525" sldId="1041"/>
            <ac:picMk id="11" creationId="{AF5DBDDD-3E04-711C-7C25-14554CFD36BB}"/>
          </ac:picMkLst>
        </pc:picChg>
        <pc:picChg chg="add mod modCrop">
          <ac:chgData name="유예나" userId="56804d69-2be5-4f9a-85f3-71ac819806f9" providerId="ADAL" clId="{58D894AC-7E04-41DB-A3C3-482DED13BEE6}" dt="2024-01-25T05:18:46.493" v="846" actId="164"/>
          <ac:picMkLst>
            <pc:docMk/>
            <pc:sldMk cId="934027525" sldId="1041"/>
            <ac:picMk id="13" creationId="{4A35D218-F01E-0023-1C97-F107EFD8EE9F}"/>
          </ac:picMkLst>
        </pc:picChg>
        <pc:picChg chg="del mod topLvl">
          <ac:chgData name="유예나" userId="56804d69-2be5-4f9a-85f3-71ac819806f9" providerId="ADAL" clId="{58D894AC-7E04-41DB-A3C3-482DED13BEE6}" dt="2024-01-25T05:15:49.642" v="814" actId="478"/>
          <ac:picMkLst>
            <pc:docMk/>
            <pc:sldMk cId="934027525" sldId="1041"/>
            <ac:picMk id="26" creationId="{F7F8CC84-ADAD-874A-C57C-532CDC83183C}"/>
          </ac:picMkLst>
        </pc:picChg>
        <pc:cxnChg chg="add mod">
          <ac:chgData name="유예나" userId="56804d69-2be5-4f9a-85f3-71ac819806f9" providerId="ADAL" clId="{58D894AC-7E04-41DB-A3C3-482DED13BEE6}" dt="2024-01-25T05:18:46.493" v="846" actId="164"/>
          <ac:cxnSpMkLst>
            <pc:docMk/>
            <pc:sldMk cId="934027525" sldId="1041"/>
            <ac:cxnSpMk id="31" creationId="{0E1DBF5E-DE71-70FE-1529-A64B296C56EC}"/>
          </ac:cxnSpMkLst>
        </pc:cxnChg>
      </pc:sldChg>
      <pc:sldChg chg="addSp delSp modSp add del mod">
        <pc:chgData name="유예나" userId="56804d69-2be5-4f9a-85f3-71ac819806f9" providerId="ADAL" clId="{58D894AC-7E04-41DB-A3C3-482DED13BEE6}" dt="2024-01-25T04:27:41.680" v="463" actId="2696"/>
        <pc:sldMkLst>
          <pc:docMk/>
          <pc:sldMk cId="4238965985" sldId="1041"/>
        </pc:sldMkLst>
        <pc:spChg chg="add mod">
          <ac:chgData name="유예나" userId="56804d69-2be5-4f9a-85f3-71ac819806f9" providerId="ADAL" clId="{58D894AC-7E04-41DB-A3C3-482DED13BEE6}" dt="2024-01-25T04:26:18.049" v="443"/>
          <ac:spMkLst>
            <pc:docMk/>
            <pc:sldMk cId="4238965985" sldId="1041"/>
            <ac:spMk id="10" creationId="{36B1CFB0-9D1B-671D-CA54-3BF80C1A256C}"/>
          </ac:spMkLst>
        </pc:spChg>
        <pc:spChg chg="add mod">
          <ac:chgData name="유예나" userId="56804d69-2be5-4f9a-85f3-71ac819806f9" providerId="ADAL" clId="{58D894AC-7E04-41DB-A3C3-482DED13BEE6}" dt="2024-01-25T04:26:18.049" v="443"/>
          <ac:spMkLst>
            <pc:docMk/>
            <pc:sldMk cId="4238965985" sldId="1041"/>
            <ac:spMk id="11" creationId="{8401545D-6AB7-CBEA-5261-09795034F889}"/>
          </ac:spMkLst>
        </pc:spChg>
        <pc:spChg chg="add mod">
          <ac:chgData name="유예나" userId="56804d69-2be5-4f9a-85f3-71ac819806f9" providerId="ADAL" clId="{58D894AC-7E04-41DB-A3C3-482DED13BEE6}" dt="2024-01-25T04:26:18.049" v="443"/>
          <ac:spMkLst>
            <pc:docMk/>
            <pc:sldMk cId="4238965985" sldId="1041"/>
            <ac:spMk id="12" creationId="{2164B4FA-9DFD-CC51-89B1-6A70B1BE36A2}"/>
          </ac:spMkLst>
        </pc:spChg>
        <pc:spChg chg="mod">
          <ac:chgData name="유예나" userId="56804d69-2be5-4f9a-85f3-71ac819806f9" providerId="ADAL" clId="{58D894AC-7E04-41DB-A3C3-482DED13BEE6}" dt="2024-01-25T04:26:23.633" v="453" actId="5793"/>
          <ac:spMkLst>
            <pc:docMk/>
            <pc:sldMk cId="4238965985" sldId="1041"/>
            <ac:spMk id="23" creationId="{6A6A6D37-9ACD-E04D-C3B5-1C2A7395CE8E}"/>
          </ac:spMkLst>
        </pc:spChg>
        <pc:spChg chg="mod">
          <ac:chgData name="유예나" userId="56804d69-2be5-4f9a-85f3-71ac819806f9" providerId="ADAL" clId="{58D894AC-7E04-41DB-A3C3-482DED13BEE6}" dt="2024-01-25T04:26:39.654" v="458" actId="20577"/>
          <ac:spMkLst>
            <pc:docMk/>
            <pc:sldMk cId="4238965985" sldId="1041"/>
            <ac:spMk id="24" creationId="{CB59CCEB-7BF1-8535-1B65-D006D3DC008C}"/>
          </ac:spMkLst>
        </pc:spChg>
        <pc:spChg chg="mod">
          <ac:chgData name="유예나" userId="56804d69-2be5-4f9a-85f3-71ac819806f9" providerId="ADAL" clId="{58D894AC-7E04-41DB-A3C3-482DED13BEE6}" dt="2024-01-25T04:26:33.843" v="457" actId="6549"/>
          <ac:spMkLst>
            <pc:docMk/>
            <pc:sldMk cId="4238965985" sldId="1041"/>
            <ac:spMk id="30" creationId="{ACB61741-FC95-25F6-0237-77D49EA27E18}"/>
          </ac:spMkLst>
        </pc:spChg>
        <pc:grpChg chg="del">
          <ac:chgData name="유예나" userId="56804d69-2be5-4f9a-85f3-71ac819806f9" providerId="ADAL" clId="{58D894AC-7E04-41DB-A3C3-482DED13BEE6}" dt="2024-01-25T04:23:52.593" v="334" actId="478"/>
          <ac:grpSpMkLst>
            <pc:docMk/>
            <pc:sldMk cId="4238965985" sldId="1041"/>
            <ac:grpSpMk id="7" creationId="{D6927CB1-7B0F-018E-A289-1F9FD13074FA}"/>
          </ac:grpSpMkLst>
        </pc:grpChg>
        <pc:grpChg chg="mod">
          <ac:chgData name="유예나" userId="56804d69-2be5-4f9a-85f3-71ac819806f9" providerId="ADAL" clId="{58D894AC-7E04-41DB-A3C3-482DED13BEE6}" dt="2024-01-25T04:26:42.102" v="459" actId="1076"/>
          <ac:grpSpMkLst>
            <pc:docMk/>
            <pc:sldMk cId="4238965985" sldId="1041"/>
            <ac:grpSpMk id="18" creationId="{E7A34FBF-B332-2CDA-E5B1-DEEFB73F4951}"/>
          </ac:grpSpMkLst>
        </pc:grpChg>
        <pc:grpChg chg="mod">
          <ac:chgData name="유예나" userId="56804d69-2be5-4f9a-85f3-71ac819806f9" providerId="ADAL" clId="{58D894AC-7E04-41DB-A3C3-482DED13BEE6}" dt="2024-01-25T04:26:43.857" v="460" actId="1076"/>
          <ac:grpSpMkLst>
            <pc:docMk/>
            <pc:sldMk cId="4238965985" sldId="1041"/>
            <ac:grpSpMk id="28" creationId="{3985A91B-6ADC-1D87-8CAC-2AC18DA82954}"/>
          </ac:grpSpMkLst>
        </pc:grpChg>
        <pc:graphicFrameChg chg="add mod">
          <ac:chgData name="유예나" userId="56804d69-2be5-4f9a-85f3-71ac819806f9" providerId="ADAL" clId="{58D894AC-7E04-41DB-A3C3-482DED13BEE6}" dt="2024-01-25T04:26:17.333" v="442"/>
          <ac:graphicFrameMkLst>
            <pc:docMk/>
            <pc:sldMk cId="4238965985" sldId="1041"/>
            <ac:graphicFrameMk id="8" creationId="{63C2397F-3E56-486E-248E-3726056BAEFE}"/>
          </ac:graphicFrameMkLst>
        </pc:graphicFrameChg>
        <pc:picChg chg="mod">
          <ac:chgData name="유예나" userId="56804d69-2be5-4f9a-85f3-71ac819806f9" providerId="ADAL" clId="{58D894AC-7E04-41DB-A3C3-482DED13BEE6}" dt="2024-01-25T04:24:01.388" v="338" actId="1076"/>
          <ac:picMkLst>
            <pc:docMk/>
            <pc:sldMk cId="4238965985" sldId="1041"/>
            <ac:picMk id="9" creationId="{D53E7565-75C0-0B32-9D27-368318AD6C8C}"/>
          </ac:picMkLst>
        </pc:picChg>
      </pc:sldChg>
      <pc:sldChg chg="add del">
        <pc:chgData name="유예나" userId="56804d69-2be5-4f9a-85f3-71ac819806f9" providerId="ADAL" clId="{58D894AC-7E04-41DB-A3C3-482DED13BEE6}" dt="2024-01-25T04:28:23.507" v="484"/>
        <pc:sldMkLst>
          <pc:docMk/>
          <pc:sldMk cId="780568479" sldId="1042"/>
        </pc:sldMkLst>
      </pc:sldChg>
      <pc:sldChg chg="modSp add mod">
        <pc:chgData name="유예나" userId="56804d69-2be5-4f9a-85f3-71ac819806f9" providerId="ADAL" clId="{58D894AC-7E04-41DB-A3C3-482DED13BEE6}" dt="2024-01-26T03:58:14.597" v="7549"/>
        <pc:sldMkLst>
          <pc:docMk/>
          <pc:sldMk cId="3374592514" sldId="1042"/>
        </pc:sldMkLst>
        <pc:spChg chg="mod">
          <ac:chgData name="유예나" userId="56804d69-2be5-4f9a-85f3-71ac819806f9" providerId="ADAL" clId="{58D894AC-7E04-41DB-A3C3-482DED13BEE6}" dt="2024-01-26T03:58:14.597" v="7549"/>
          <ac:spMkLst>
            <pc:docMk/>
            <pc:sldMk cId="3374592514" sldId="1042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05:18:21.593" v="837" actId="20577"/>
          <ac:spMkLst>
            <pc:docMk/>
            <pc:sldMk cId="3374592514" sldId="1042"/>
            <ac:spMk id="6" creationId="{A53606D2-C5A0-42E5-B1CF-5BBD4D5E5F90}"/>
          </ac:spMkLst>
        </pc:spChg>
        <pc:grpChg chg="mod">
          <ac:chgData name="유예나" userId="56804d69-2be5-4f9a-85f3-71ac819806f9" providerId="ADAL" clId="{58D894AC-7E04-41DB-A3C3-482DED13BEE6}" dt="2024-01-25T05:18:26.398" v="839" actId="1076"/>
          <ac:grpSpMkLst>
            <pc:docMk/>
            <pc:sldMk cId="3374592514" sldId="1042"/>
            <ac:grpSpMk id="28" creationId="{3985A91B-6ADC-1D87-8CAC-2AC18DA82954}"/>
          </ac:grpSpMkLst>
        </pc:grpChg>
      </pc:sldChg>
      <pc:sldChg chg="addSp delSp modSp add del mod">
        <pc:chgData name="유예나" userId="56804d69-2be5-4f9a-85f3-71ac819806f9" providerId="ADAL" clId="{58D894AC-7E04-41DB-A3C3-482DED13BEE6}" dt="2024-01-25T05:28:24.145" v="926" actId="47"/>
        <pc:sldMkLst>
          <pc:docMk/>
          <pc:sldMk cId="980306274" sldId="1043"/>
        </pc:sldMkLst>
        <pc:spChg chg="mod">
          <ac:chgData name="유예나" userId="56804d69-2be5-4f9a-85f3-71ac819806f9" providerId="ADAL" clId="{58D894AC-7E04-41DB-A3C3-482DED13BEE6}" dt="2024-01-25T05:28:08.658" v="893" actId="1076"/>
          <ac:spMkLst>
            <pc:docMk/>
            <pc:sldMk cId="980306274" sldId="1043"/>
            <ac:spMk id="5" creationId="{13DA834D-A0F8-47B9-A105-974E6446F82A}"/>
          </ac:spMkLst>
        </pc:spChg>
        <pc:graphicFrameChg chg="add">
          <ac:chgData name="유예나" userId="56804d69-2be5-4f9a-85f3-71ac819806f9" providerId="ADAL" clId="{58D894AC-7E04-41DB-A3C3-482DED13BEE6}" dt="2024-01-25T05:28:01.803" v="888"/>
          <ac:graphicFrameMkLst>
            <pc:docMk/>
            <pc:sldMk cId="980306274" sldId="1043"/>
            <ac:graphicFrameMk id="2" creationId="{249CD0B3-476B-5B3D-69BA-24533C6D745B}"/>
          </ac:graphicFrameMkLst>
        </pc:graphicFrameChg>
        <pc:graphicFrameChg chg="add del mod modGraphic">
          <ac:chgData name="유예나" userId="56804d69-2be5-4f9a-85f3-71ac819806f9" providerId="ADAL" clId="{58D894AC-7E04-41DB-A3C3-482DED13BEE6}" dt="2024-01-25T05:28:19.334" v="925" actId="1076"/>
          <ac:graphicFrameMkLst>
            <pc:docMk/>
            <pc:sldMk cId="980306274" sldId="1043"/>
            <ac:graphicFrameMk id="3" creationId="{2EA69B9B-B0E5-CDCE-2BF0-A34BEF9E1702}"/>
          </ac:graphicFrameMkLst>
        </pc:graphicFrameChg>
      </pc:sldChg>
      <pc:sldChg chg="addSp delSp modSp add mod">
        <pc:chgData name="유예나" userId="56804d69-2be5-4f9a-85f3-71ac819806f9" providerId="ADAL" clId="{58D894AC-7E04-41DB-A3C3-482DED13BEE6}" dt="2024-01-25T05:44:13.563" v="1167" actId="14100"/>
        <pc:sldMkLst>
          <pc:docMk/>
          <pc:sldMk cId="1206148496" sldId="1043"/>
        </pc:sldMkLst>
        <pc:spChg chg="mod">
          <ac:chgData name="유예나" userId="56804d69-2be5-4f9a-85f3-71ac819806f9" providerId="ADAL" clId="{58D894AC-7E04-41DB-A3C3-482DED13BEE6}" dt="2024-01-25T05:42:21.172" v="1153" actId="1076"/>
          <ac:spMkLst>
            <pc:docMk/>
            <pc:sldMk cId="1206148496" sldId="1043"/>
            <ac:spMk id="5" creationId="{13DA834D-A0F8-47B9-A105-974E6446F82A}"/>
          </ac:spMkLst>
        </pc:spChg>
        <pc:graphicFrameChg chg="add del">
          <ac:chgData name="유예나" userId="56804d69-2be5-4f9a-85f3-71ac819806f9" providerId="ADAL" clId="{58D894AC-7E04-41DB-A3C3-482DED13BEE6}" dt="2024-01-25T05:28:55.976" v="930" actId="478"/>
          <ac:graphicFrameMkLst>
            <pc:docMk/>
            <pc:sldMk cId="1206148496" sldId="1043"/>
            <ac:graphicFrameMk id="2" creationId="{BC5AE6E7-1EA2-4A2D-FA43-246466F24CF9}"/>
          </ac:graphicFrameMkLst>
        </pc:graphicFrameChg>
        <pc:graphicFrameChg chg="del">
          <ac:chgData name="유예나" userId="56804d69-2be5-4f9a-85f3-71ac819806f9" providerId="ADAL" clId="{58D894AC-7E04-41DB-A3C3-482DED13BEE6}" dt="2024-01-25T05:28:29.500" v="928" actId="478"/>
          <ac:graphicFrameMkLst>
            <pc:docMk/>
            <pc:sldMk cId="1206148496" sldId="1043"/>
            <ac:graphicFrameMk id="3" creationId="{2EA69B9B-B0E5-CDCE-2BF0-A34BEF9E1702}"/>
          </ac:graphicFrameMkLst>
        </pc:graphicFrameChg>
        <pc:graphicFrameChg chg="add mod modGraphic">
          <ac:chgData name="유예나" userId="56804d69-2be5-4f9a-85f3-71ac819806f9" providerId="ADAL" clId="{58D894AC-7E04-41DB-A3C3-482DED13BEE6}" dt="2024-01-25T05:44:13.563" v="1167" actId="14100"/>
          <ac:graphicFrameMkLst>
            <pc:docMk/>
            <pc:sldMk cId="1206148496" sldId="1043"/>
            <ac:graphicFrameMk id="4" creationId="{4B6E5F8E-1951-E3B7-2222-EE52CA3D384C}"/>
          </ac:graphicFrameMkLst>
        </pc:graphicFrameChg>
      </pc:sldChg>
      <pc:sldChg chg="add del">
        <pc:chgData name="유예나" userId="56804d69-2be5-4f9a-85f3-71ac819806f9" providerId="ADAL" clId="{58D894AC-7E04-41DB-A3C3-482DED13BEE6}" dt="2024-01-25T04:28:37.917" v="487"/>
        <pc:sldMkLst>
          <pc:docMk/>
          <pc:sldMk cId="4216246679" sldId="1043"/>
        </pc:sldMkLst>
      </pc:sldChg>
      <pc:sldChg chg="modSp add mod">
        <pc:chgData name="유예나" userId="56804d69-2be5-4f9a-85f3-71ac819806f9" providerId="ADAL" clId="{58D894AC-7E04-41DB-A3C3-482DED13BEE6}" dt="2024-01-25T05:44:54.161" v="1172" actId="14100"/>
        <pc:sldMkLst>
          <pc:docMk/>
          <pc:sldMk cId="2511971781" sldId="1044"/>
        </pc:sldMkLst>
        <pc:graphicFrameChg chg="mod modGraphic">
          <ac:chgData name="유예나" userId="56804d69-2be5-4f9a-85f3-71ac819806f9" providerId="ADAL" clId="{58D894AC-7E04-41DB-A3C3-482DED13BEE6}" dt="2024-01-25T05:44:54.161" v="1172" actId="14100"/>
          <ac:graphicFrameMkLst>
            <pc:docMk/>
            <pc:sldMk cId="2511971781" sldId="1044"/>
            <ac:graphicFrameMk id="4" creationId="{4B6E5F8E-1951-E3B7-2222-EE52CA3D384C}"/>
          </ac:graphicFrameMkLst>
        </pc:graphicFrameChg>
      </pc:sldChg>
      <pc:sldChg chg="modSp add del mod modShow">
        <pc:chgData name="유예나" userId="56804d69-2be5-4f9a-85f3-71ac819806f9" providerId="ADAL" clId="{58D894AC-7E04-41DB-A3C3-482DED13BEE6}" dt="2024-01-26T00:36:04.541" v="3894" actId="47"/>
        <pc:sldMkLst>
          <pc:docMk/>
          <pc:sldMk cId="3066180551" sldId="1134"/>
        </pc:sldMkLst>
        <pc:graphicFrameChg chg="mod">
          <ac:chgData name="유예나" userId="56804d69-2be5-4f9a-85f3-71ac819806f9" providerId="ADAL" clId="{58D894AC-7E04-41DB-A3C3-482DED13BEE6}" dt="2024-01-25T05:48:10.818" v="1187"/>
          <ac:graphicFrameMkLst>
            <pc:docMk/>
            <pc:sldMk cId="3066180551" sldId="1134"/>
            <ac:graphicFrameMk id="3" creationId="{2EA69B9B-B0E5-CDCE-2BF0-A34BEF9E1702}"/>
          </ac:graphicFrameMkLst>
        </pc:graphicFrameChg>
      </pc:sldChg>
      <pc:sldChg chg="addSp delSp modSp add mod modClrScheme chgLayout">
        <pc:chgData name="유예나" userId="56804d69-2be5-4f9a-85f3-71ac819806f9" providerId="ADAL" clId="{58D894AC-7E04-41DB-A3C3-482DED13BEE6}" dt="2024-01-26T01:16:50.329" v="4547" actId="6549"/>
        <pc:sldMkLst>
          <pc:docMk/>
          <pc:sldMk cId="4210981718" sldId="1135"/>
        </pc:sldMkLst>
        <pc:spChg chg="mod ord">
          <ac:chgData name="유예나" userId="56804d69-2be5-4f9a-85f3-71ac819806f9" providerId="ADAL" clId="{58D894AC-7E04-41DB-A3C3-482DED13BEE6}" dt="2024-01-25T07:05:01.397" v="1611" actId="700"/>
          <ac:spMkLst>
            <pc:docMk/>
            <pc:sldMk cId="4210981718" sldId="1135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5T07:05:01.397" v="1611" actId="700"/>
          <ac:spMkLst>
            <pc:docMk/>
            <pc:sldMk cId="4210981718" sldId="1135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6T01:16:47.663" v="4544" actId="20577"/>
          <ac:spMkLst>
            <pc:docMk/>
            <pc:sldMk cId="4210981718" sldId="1135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5T07:05:01.397" v="1611" actId="700"/>
          <ac:spMkLst>
            <pc:docMk/>
            <pc:sldMk cId="4210981718" sldId="1135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5T07:05:01.397" v="1611" actId="700"/>
          <ac:spMkLst>
            <pc:docMk/>
            <pc:sldMk cId="4210981718" sldId="1135"/>
            <ac:spMk id="6" creationId="{A53606D2-C5A0-42E5-B1CF-5BBD4D5E5F90}"/>
          </ac:spMkLst>
        </pc:spChg>
        <pc:spChg chg="add mod ord">
          <ac:chgData name="유예나" userId="56804d69-2be5-4f9a-85f3-71ac819806f9" providerId="ADAL" clId="{58D894AC-7E04-41DB-A3C3-482DED13BEE6}" dt="2024-01-26T01:16:50.329" v="4547" actId="6549"/>
          <ac:spMkLst>
            <pc:docMk/>
            <pc:sldMk cId="4210981718" sldId="1135"/>
            <ac:spMk id="10" creationId="{E0B2CC00-062B-4B31-9F45-44F66D77E195}"/>
          </ac:spMkLst>
        </pc:spChg>
        <pc:spChg chg="del mod">
          <ac:chgData name="유예나" userId="56804d69-2be5-4f9a-85f3-71ac819806f9" providerId="ADAL" clId="{58D894AC-7E04-41DB-A3C3-482DED13BEE6}" dt="2024-01-25T07:06:21.029" v="1638" actId="478"/>
          <ac:spMkLst>
            <pc:docMk/>
            <pc:sldMk cId="4210981718" sldId="1135"/>
            <ac:spMk id="23" creationId="{6A6A6D37-9ACD-E04D-C3B5-1C2A7395CE8E}"/>
          </ac:spMkLst>
        </pc:spChg>
        <pc:spChg chg="mod">
          <ac:chgData name="유예나" userId="56804d69-2be5-4f9a-85f3-71ac819806f9" providerId="ADAL" clId="{58D894AC-7E04-41DB-A3C3-482DED13BEE6}" dt="2024-01-25T07:06:13.982" v="1636" actId="20577"/>
          <ac:spMkLst>
            <pc:docMk/>
            <pc:sldMk cId="4210981718" sldId="1135"/>
            <ac:spMk id="24" creationId="{CB59CCEB-7BF1-8535-1B65-D006D3DC008C}"/>
          </ac:spMkLst>
        </pc:spChg>
        <pc:spChg chg="mod">
          <ac:chgData name="유예나" userId="56804d69-2be5-4f9a-85f3-71ac819806f9" providerId="ADAL" clId="{58D894AC-7E04-41DB-A3C3-482DED13BEE6}" dt="2024-01-25T07:05:44.014" v="1632"/>
          <ac:spMkLst>
            <pc:docMk/>
            <pc:sldMk cId="4210981718" sldId="1135"/>
            <ac:spMk id="30" creationId="{ACB61741-FC95-25F6-0237-77D49EA27E18}"/>
          </ac:spMkLst>
        </pc:spChg>
        <pc:grpChg chg="mod">
          <ac:chgData name="유예나" userId="56804d69-2be5-4f9a-85f3-71ac819806f9" providerId="ADAL" clId="{58D894AC-7E04-41DB-A3C3-482DED13BEE6}" dt="2024-01-25T07:06:24.948" v="1640" actId="1076"/>
          <ac:grpSpMkLst>
            <pc:docMk/>
            <pc:sldMk cId="4210981718" sldId="1135"/>
            <ac:grpSpMk id="28" creationId="{3985A91B-6ADC-1D87-8CAC-2AC18DA82954}"/>
          </ac:grpSpMkLst>
        </pc:grpChg>
        <pc:picChg chg="add mod">
          <ac:chgData name="유예나" userId="56804d69-2be5-4f9a-85f3-71ac819806f9" providerId="ADAL" clId="{58D894AC-7E04-41DB-A3C3-482DED13BEE6}" dt="2024-01-26T00:45:21.132" v="4017" actId="1076"/>
          <ac:picMkLst>
            <pc:docMk/>
            <pc:sldMk cId="4210981718" sldId="1135"/>
            <ac:picMk id="8" creationId="{34D7049A-84F2-8D43-E93D-EDF74CD24549}"/>
          </ac:picMkLst>
        </pc:picChg>
        <pc:picChg chg="add mod">
          <ac:chgData name="유예나" userId="56804d69-2be5-4f9a-85f3-71ac819806f9" providerId="ADAL" clId="{58D894AC-7E04-41DB-A3C3-482DED13BEE6}" dt="2024-01-26T00:40:20.709" v="4016" actId="1036"/>
          <ac:picMkLst>
            <pc:docMk/>
            <pc:sldMk cId="4210981718" sldId="1135"/>
            <ac:picMk id="9" creationId="{A9735174-F76E-6E48-4EF1-55AF7BC107C4}"/>
          </ac:picMkLst>
        </pc:picChg>
        <pc:picChg chg="del">
          <ac:chgData name="유예나" userId="56804d69-2be5-4f9a-85f3-71ac819806f9" providerId="ADAL" clId="{58D894AC-7E04-41DB-A3C3-482DED13BEE6}" dt="2024-01-25T07:02:04.183" v="1591" actId="478"/>
          <ac:picMkLst>
            <pc:docMk/>
            <pc:sldMk cId="4210981718" sldId="1135"/>
            <ac:picMk id="9" creationId="{D53E7565-75C0-0B32-9D27-368318AD6C8C}"/>
          </ac:picMkLst>
        </pc:picChg>
        <pc:picChg chg="add mod">
          <ac:chgData name="유예나" userId="56804d69-2be5-4f9a-85f3-71ac819806f9" providerId="ADAL" clId="{58D894AC-7E04-41DB-A3C3-482DED13BEE6}" dt="2024-01-26T00:45:40.939" v="4025" actId="14100"/>
          <ac:picMkLst>
            <pc:docMk/>
            <pc:sldMk cId="4210981718" sldId="1135"/>
            <ac:picMk id="12" creationId="{8FE50F2F-5142-5601-35B0-FC44DEEB05FC}"/>
          </ac:picMkLst>
        </pc:picChg>
      </pc:sldChg>
      <pc:sldChg chg="addSp delSp modSp add mod ord">
        <pc:chgData name="유예나" userId="56804d69-2be5-4f9a-85f3-71ac819806f9" providerId="ADAL" clId="{58D894AC-7E04-41DB-A3C3-482DED13BEE6}" dt="2024-01-26T00:56:31.790" v="4161" actId="20577"/>
        <pc:sldMkLst>
          <pc:docMk/>
          <pc:sldMk cId="1387588116" sldId="1136"/>
        </pc:sldMkLst>
        <pc:spChg chg="mod">
          <ac:chgData name="유예나" userId="56804d69-2be5-4f9a-85f3-71ac819806f9" providerId="ADAL" clId="{58D894AC-7E04-41DB-A3C3-482DED13BEE6}" dt="2024-01-26T00:56:31.790" v="4161" actId="20577"/>
          <ac:spMkLst>
            <pc:docMk/>
            <pc:sldMk cId="1387588116" sldId="1136"/>
            <ac:spMk id="8" creationId="{D5A86BBA-7A94-48CD-B535-19792F337EC2}"/>
          </ac:spMkLst>
        </pc:spChg>
        <pc:spChg chg="mod">
          <ac:chgData name="유예나" userId="56804d69-2be5-4f9a-85f3-71ac819806f9" providerId="ADAL" clId="{58D894AC-7E04-41DB-A3C3-482DED13BEE6}" dt="2024-01-25T08:08:15.754" v="2793" actId="164"/>
          <ac:spMkLst>
            <pc:docMk/>
            <pc:sldMk cId="1387588116" sldId="1136"/>
            <ac:spMk id="11" creationId="{7815317D-407C-FE0D-98BE-000A59CFCB79}"/>
          </ac:spMkLst>
        </pc:spChg>
        <pc:grpChg chg="del">
          <ac:chgData name="유예나" userId="56804d69-2be5-4f9a-85f3-71ac819806f9" providerId="ADAL" clId="{58D894AC-7E04-41DB-A3C3-482DED13BEE6}" dt="2024-01-25T08:08:32.895" v="2813" actId="478"/>
          <ac:grpSpMkLst>
            <pc:docMk/>
            <pc:sldMk cId="1387588116" sldId="1136"/>
            <ac:grpSpMk id="12" creationId="{20A6876F-FFC6-C7A1-9C24-44F9A53283D4}"/>
          </ac:grpSpMkLst>
        </pc:grpChg>
        <pc:grpChg chg="add mod">
          <ac:chgData name="유예나" userId="56804d69-2be5-4f9a-85f3-71ac819806f9" providerId="ADAL" clId="{58D894AC-7E04-41DB-A3C3-482DED13BEE6}" dt="2024-01-25T08:08:15.754" v="2793" actId="164"/>
          <ac:grpSpMkLst>
            <pc:docMk/>
            <pc:sldMk cId="1387588116" sldId="1136"/>
            <ac:grpSpMk id="15" creationId="{3878A0EF-486D-EB78-B7EA-0C75E0BD37E9}"/>
          </ac:grpSpMkLst>
        </pc:grpChg>
        <pc:grpChg chg="del">
          <ac:chgData name="유예나" userId="56804d69-2be5-4f9a-85f3-71ac819806f9" providerId="ADAL" clId="{58D894AC-7E04-41DB-A3C3-482DED13BEE6}" dt="2024-01-25T08:08:30.571" v="2812" actId="478"/>
          <ac:grpSpMkLst>
            <pc:docMk/>
            <pc:sldMk cId="1387588116" sldId="1136"/>
            <ac:grpSpMk id="22" creationId="{A2C447A4-00C9-4FDB-843E-D38D4F1CD42C}"/>
          </ac:grpSpMkLst>
        </pc:grpChg>
        <pc:picChg chg="add mod ord">
          <ac:chgData name="유예나" userId="56804d69-2be5-4f9a-85f3-71ac819806f9" providerId="ADAL" clId="{58D894AC-7E04-41DB-A3C3-482DED13BEE6}" dt="2024-01-25T08:08:27.644" v="2811" actId="14100"/>
          <ac:picMkLst>
            <pc:docMk/>
            <pc:sldMk cId="1387588116" sldId="1136"/>
            <ac:picMk id="9" creationId="{5FEB8AF0-B593-E8CD-8AF4-99F35AC24C11}"/>
          </ac:picMkLst>
        </pc:picChg>
        <pc:picChg chg="del">
          <ac:chgData name="유예나" userId="56804d69-2be5-4f9a-85f3-71ac819806f9" providerId="ADAL" clId="{58D894AC-7E04-41DB-A3C3-482DED13BEE6}" dt="2024-01-25T08:07:45.614" v="2762" actId="478"/>
          <ac:picMkLst>
            <pc:docMk/>
            <pc:sldMk cId="1387588116" sldId="1136"/>
            <ac:picMk id="10" creationId="{7240F031-2B07-726D-5E25-6CD694FF6F0E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5T23:45:14.435" v="3342" actId="1076"/>
        <pc:sldMkLst>
          <pc:docMk/>
          <pc:sldMk cId="623035183" sldId="1137"/>
        </pc:sldMkLst>
        <pc:spChg chg="mod">
          <ac:chgData name="유예나" userId="56804d69-2be5-4f9a-85f3-71ac819806f9" providerId="ADAL" clId="{58D894AC-7E04-41DB-A3C3-482DED13BEE6}" dt="2024-01-25T23:33:28.450" v="2946"/>
          <ac:spMkLst>
            <pc:docMk/>
            <pc:sldMk cId="623035183" sldId="1137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5T23:33:31.965" v="2947"/>
          <ac:spMkLst>
            <pc:docMk/>
            <pc:sldMk cId="623035183" sldId="1137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5T23:44:13.274" v="3290"/>
          <ac:spMkLst>
            <pc:docMk/>
            <pc:sldMk cId="623035183" sldId="1137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5T23:44:23.487" v="3303" actId="6549"/>
          <ac:spMkLst>
            <pc:docMk/>
            <pc:sldMk cId="623035183" sldId="1137"/>
            <ac:spMk id="10" creationId="{E0B2CC00-062B-4B31-9F45-44F66D77E195}"/>
          </ac:spMkLst>
        </pc:spChg>
        <pc:spChg chg="add del mod topLvl">
          <ac:chgData name="유예나" userId="56804d69-2be5-4f9a-85f3-71ac819806f9" providerId="ADAL" clId="{58D894AC-7E04-41DB-A3C3-482DED13BEE6}" dt="2024-01-25T23:41:41.399" v="3200" actId="21"/>
          <ac:spMkLst>
            <pc:docMk/>
            <pc:sldMk cId="623035183" sldId="1137"/>
            <ac:spMk id="11" creationId="{8635C8A0-A823-49A0-45CB-D0A1D88154C3}"/>
          </ac:spMkLst>
        </pc:spChg>
        <pc:spChg chg="add mod">
          <ac:chgData name="유예나" userId="56804d69-2be5-4f9a-85f3-71ac819806f9" providerId="ADAL" clId="{58D894AC-7E04-41DB-A3C3-482DED13BEE6}" dt="2024-01-25T23:42:11.961" v="3235" actId="164"/>
          <ac:spMkLst>
            <pc:docMk/>
            <pc:sldMk cId="623035183" sldId="1137"/>
            <ac:spMk id="17" creationId="{8635C8A0-A823-49A0-45CB-D0A1D88154C3}"/>
          </ac:spMkLst>
        </pc:spChg>
        <pc:spChg chg="add mod">
          <ac:chgData name="유예나" userId="56804d69-2be5-4f9a-85f3-71ac819806f9" providerId="ADAL" clId="{58D894AC-7E04-41DB-A3C3-482DED13BEE6}" dt="2024-01-25T23:44:11.370" v="3288"/>
          <ac:spMkLst>
            <pc:docMk/>
            <pc:sldMk cId="623035183" sldId="1137"/>
            <ac:spMk id="22" creationId="{D5499B1D-A50A-2FE5-91F6-627E7BC3FA10}"/>
          </ac:spMkLst>
        </pc:spChg>
        <pc:spChg chg="add mod">
          <ac:chgData name="유예나" userId="56804d69-2be5-4f9a-85f3-71ac819806f9" providerId="ADAL" clId="{58D894AC-7E04-41DB-A3C3-482DED13BEE6}" dt="2024-01-25T23:44:11.370" v="3288"/>
          <ac:spMkLst>
            <pc:docMk/>
            <pc:sldMk cId="623035183" sldId="1137"/>
            <ac:spMk id="23" creationId="{8864BADE-C5A2-EC04-15EF-9DA01F9EF65C}"/>
          </ac:spMkLst>
        </pc:spChg>
        <pc:spChg chg="mod">
          <ac:chgData name="유예나" userId="56804d69-2be5-4f9a-85f3-71ac819806f9" providerId="ADAL" clId="{58D894AC-7E04-41DB-A3C3-482DED13BEE6}" dt="2024-01-25T23:45:01.533" v="3338" actId="20577"/>
          <ac:spMkLst>
            <pc:docMk/>
            <pc:sldMk cId="623035183" sldId="1137"/>
            <ac:spMk id="24" creationId="{CB59CCEB-7BF1-8535-1B65-D006D3DC008C}"/>
          </ac:spMkLst>
        </pc:spChg>
        <pc:spChg chg="add mod">
          <ac:chgData name="유예나" userId="56804d69-2be5-4f9a-85f3-71ac819806f9" providerId="ADAL" clId="{58D894AC-7E04-41DB-A3C3-482DED13BEE6}" dt="2024-01-25T23:44:11.370" v="3288"/>
          <ac:spMkLst>
            <pc:docMk/>
            <pc:sldMk cId="623035183" sldId="1137"/>
            <ac:spMk id="25" creationId="{17BD9415-1364-04DD-D9D4-1C27FD1E74C4}"/>
          </ac:spMkLst>
        </pc:spChg>
        <pc:spChg chg="mod">
          <ac:chgData name="유예나" userId="56804d69-2be5-4f9a-85f3-71ac819806f9" providerId="ADAL" clId="{58D894AC-7E04-41DB-A3C3-482DED13BEE6}" dt="2024-01-25T23:44:55.919" v="3333" actId="20577"/>
          <ac:spMkLst>
            <pc:docMk/>
            <pc:sldMk cId="623035183" sldId="1137"/>
            <ac:spMk id="30" creationId="{ACB61741-FC95-25F6-0237-77D49EA27E18}"/>
          </ac:spMkLst>
        </pc:spChg>
        <pc:grpChg chg="add del mod">
          <ac:chgData name="유예나" userId="56804d69-2be5-4f9a-85f3-71ac819806f9" providerId="ADAL" clId="{58D894AC-7E04-41DB-A3C3-482DED13BEE6}" dt="2024-01-25T23:41:41.399" v="3200" actId="21"/>
          <ac:grpSpMkLst>
            <pc:docMk/>
            <pc:sldMk cId="623035183" sldId="1137"/>
            <ac:grpSpMk id="14" creationId="{9191BA00-3374-C700-0567-E697A341D20F}"/>
          </ac:grpSpMkLst>
        </pc:grpChg>
        <pc:grpChg chg="mod">
          <ac:chgData name="유예나" userId="56804d69-2be5-4f9a-85f3-71ac819806f9" providerId="ADAL" clId="{58D894AC-7E04-41DB-A3C3-482DED13BEE6}" dt="2024-01-25T23:45:04.174" v="3339" actId="1076"/>
          <ac:grpSpMkLst>
            <pc:docMk/>
            <pc:sldMk cId="623035183" sldId="1137"/>
            <ac:grpSpMk id="18" creationId="{E7A34FBF-B332-2CDA-E5B1-DEEFB73F4951}"/>
          </ac:grpSpMkLst>
        </pc:grpChg>
        <pc:grpChg chg="add mod">
          <ac:chgData name="유예나" userId="56804d69-2be5-4f9a-85f3-71ac819806f9" providerId="ADAL" clId="{58D894AC-7E04-41DB-A3C3-482DED13BEE6}" dt="2024-01-25T23:45:14.435" v="3342" actId="1076"/>
          <ac:grpSpMkLst>
            <pc:docMk/>
            <pc:sldMk cId="623035183" sldId="1137"/>
            <ac:grpSpMk id="20" creationId="{FD48C5A9-FBDB-43B4-B305-C6B9455B2238}"/>
          </ac:grpSpMkLst>
        </pc:grpChg>
        <pc:grpChg chg="mod">
          <ac:chgData name="유예나" userId="56804d69-2be5-4f9a-85f3-71ac819806f9" providerId="ADAL" clId="{58D894AC-7E04-41DB-A3C3-482DED13BEE6}" dt="2024-01-25T23:45:06.784" v="3340" actId="1076"/>
          <ac:grpSpMkLst>
            <pc:docMk/>
            <pc:sldMk cId="623035183" sldId="1137"/>
            <ac:grpSpMk id="28" creationId="{3985A91B-6ADC-1D87-8CAC-2AC18DA82954}"/>
          </ac:grpSpMkLst>
        </pc:grpChg>
        <pc:graphicFrameChg chg="add mod">
          <ac:chgData name="유예나" userId="56804d69-2be5-4f9a-85f3-71ac819806f9" providerId="ADAL" clId="{58D894AC-7E04-41DB-A3C3-482DED13BEE6}" dt="2024-01-25T23:44:10.835" v="3287"/>
          <ac:graphicFrameMkLst>
            <pc:docMk/>
            <pc:sldMk cId="623035183" sldId="1137"/>
            <ac:graphicFrameMk id="21" creationId="{2BA0F7BE-CB91-2040-C119-63AD436AAB44}"/>
          </ac:graphicFrameMkLst>
        </pc:graphicFrameChg>
        <pc:picChg chg="del">
          <ac:chgData name="유예나" userId="56804d69-2be5-4f9a-85f3-71ac819806f9" providerId="ADAL" clId="{58D894AC-7E04-41DB-A3C3-482DED13BEE6}" dt="2024-01-25T23:33:44.117" v="2951" actId="478"/>
          <ac:picMkLst>
            <pc:docMk/>
            <pc:sldMk cId="623035183" sldId="1137"/>
            <ac:picMk id="8" creationId="{34D7049A-84F2-8D43-E93D-EDF74CD24549}"/>
          </ac:picMkLst>
        </pc:picChg>
        <pc:picChg chg="add del mod topLvl">
          <ac:chgData name="유예나" userId="56804d69-2be5-4f9a-85f3-71ac819806f9" providerId="ADAL" clId="{58D894AC-7E04-41DB-A3C3-482DED13BEE6}" dt="2024-01-25T23:41:42.191" v="3201" actId="478"/>
          <ac:picMkLst>
            <pc:docMk/>
            <pc:sldMk cId="623035183" sldId="1137"/>
            <ac:picMk id="9" creationId="{5C6D42F2-5529-91FC-3C0E-7BD1EE964961}"/>
          </ac:picMkLst>
        </pc:picChg>
        <pc:picChg chg="add del mod">
          <ac:chgData name="유예나" userId="56804d69-2be5-4f9a-85f3-71ac819806f9" providerId="ADAL" clId="{58D894AC-7E04-41DB-A3C3-482DED13BEE6}" dt="2024-01-25T23:40:07.432" v="3173" actId="478"/>
          <ac:picMkLst>
            <pc:docMk/>
            <pc:sldMk cId="623035183" sldId="1137"/>
            <ac:picMk id="13" creationId="{9133554A-A640-9355-98EA-1971E9D0D585}"/>
          </ac:picMkLst>
        </pc:picChg>
        <pc:picChg chg="add mod">
          <ac:chgData name="유예나" userId="56804d69-2be5-4f9a-85f3-71ac819806f9" providerId="ADAL" clId="{58D894AC-7E04-41DB-A3C3-482DED13BEE6}" dt="2024-01-25T23:42:11.961" v="3235" actId="164"/>
          <ac:picMkLst>
            <pc:docMk/>
            <pc:sldMk cId="623035183" sldId="1137"/>
            <ac:picMk id="16" creationId="{8039554F-9446-8FFF-7D83-925F43FFC2F8}"/>
          </ac:picMkLst>
        </pc:picChg>
      </pc:sldChg>
      <pc:sldChg chg="add del">
        <pc:chgData name="유예나" userId="56804d69-2be5-4f9a-85f3-71ac819806f9" providerId="ADAL" clId="{58D894AC-7E04-41DB-A3C3-482DED13BEE6}" dt="2024-01-25T08:07:29.456" v="2760"/>
        <pc:sldMkLst>
          <pc:docMk/>
          <pc:sldMk cId="810378040" sldId="1137"/>
        </pc:sldMkLst>
      </pc:sldChg>
      <pc:sldChg chg="delSp modSp add mod">
        <pc:chgData name="유예나" userId="56804d69-2be5-4f9a-85f3-71ac819806f9" providerId="ADAL" clId="{58D894AC-7E04-41DB-A3C3-482DED13BEE6}" dt="2024-01-26T00:50:59.165" v="4029" actId="20577"/>
        <pc:sldMkLst>
          <pc:docMk/>
          <pc:sldMk cId="1250604311" sldId="1138"/>
        </pc:sldMkLst>
        <pc:spChg chg="mod">
          <ac:chgData name="유예나" userId="56804d69-2be5-4f9a-85f3-71ac819806f9" providerId="ADAL" clId="{58D894AC-7E04-41DB-A3C3-482DED13BEE6}" dt="2024-01-26T00:50:59.165" v="4029" actId="20577"/>
          <ac:spMkLst>
            <pc:docMk/>
            <pc:sldMk cId="1250604311" sldId="1138"/>
            <ac:spMk id="10" creationId="{E0B2CC00-062B-4B31-9F45-44F66D77E195}"/>
          </ac:spMkLst>
        </pc:spChg>
        <pc:grpChg chg="mod">
          <ac:chgData name="유예나" userId="56804d69-2be5-4f9a-85f3-71ac819806f9" providerId="ADAL" clId="{58D894AC-7E04-41DB-A3C3-482DED13BEE6}" dt="2024-01-25T23:45:22.789" v="3344" actId="1076"/>
          <ac:grpSpMkLst>
            <pc:docMk/>
            <pc:sldMk cId="1250604311" sldId="1138"/>
            <ac:grpSpMk id="14" creationId="{9191BA00-3374-C700-0567-E697A341D20F}"/>
          </ac:grpSpMkLst>
        </pc:grpChg>
        <pc:picChg chg="del">
          <ac:chgData name="유예나" userId="56804d69-2be5-4f9a-85f3-71ac819806f9" providerId="ADAL" clId="{58D894AC-7E04-41DB-A3C3-482DED13BEE6}" dt="2024-01-25T23:41:35.817" v="3196" actId="478"/>
          <ac:picMkLst>
            <pc:docMk/>
            <pc:sldMk cId="1250604311" sldId="1138"/>
            <ac:picMk id="16" creationId="{8039554F-9446-8FFF-7D83-925F43FFC2F8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6T00:30:17.894" v="3756" actId="1076"/>
        <pc:sldMkLst>
          <pc:docMk/>
          <pc:sldMk cId="663908857" sldId="1139"/>
        </pc:sldMkLst>
        <pc:spChg chg="mod">
          <ac:chgData name="유예나" userId="56804d69-2be5-4f9a-85f3-71ac819806f9" providerId="ADAL" clId="{58D894AC-7E04-41DB-A3C3-482DED13BEE6}" dt="2024-01-26T00:04:06.695" v="3428"/>
          <ac:spMkLst>
            <pc:docMk/>
            <pc:sldMk cId="663908857" sldId="1139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0:03:53.537" v="3427"/>
          <ac:spMkLst>
            <pc:docMk/>
            <pc:sldMk cId="663908857" sldId="1139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6T00:05:03.921" v="3429"/>
          <ac:spMkLst>
            <pc:docMk/>
            <pc:sldMk cId="663908857" sldId="1139"/>
            <ac:spMk id="5" creationId="{8E5D141B-F47E-4265-8F69-D191722C6659}"/>
          </ac:spMkLst>
        </pc:spChg>
        <pc:spChg chg="add del mod topLvl">
          <ac:chgData name="유예나" userId="56804d69-2be5-4f9a-85f3-71ac819806f9" providerId="ADAL" clId="{58D894AC-7E04-41DB-A3C3-482DED13BEE6}" dt="2024-01-26T00:26:22.159" v="3751" actId="1037"/>
          <ac:spMkLst>
            <pc:docMk/>
            <pc:sldMk cId="663908857" sldId="1139"/>
            <ac:spMk id="8" creationId="{9A147FF0-C459-C167-798E-22DEB323D310}"/>
          </ac:spMkLst>
        </pc:spChg>
        <pc:spChg chg="mod">
          <ac:chgData name="유예나" userId="56804d69-2be5-4f9a-85f3-71ac819806f9" providerId="ADAL" clId="{58D894AC-7E04-41DB-A3C3-482DED13BEE6}" dt="2024-01-26T00:18:24.267" v="3690" actId="20578"/>
          <ac:spMkLst>
            <pc:docMk/>
            <pc:sldMk cId="663908857" sldId="1139"/>
            <ac:spMk id="19" creationId="{5242C635-F53A-00C7-D4FA-2C28CDB82214}"/>
          </ac:spMkLst>
        </pc:spChg>
        <pc:spChg chg="del topLvl">
          <ac:chgData name="유예나" userId="56804d69-2be5-4f9a-85f3-71ac819806f9" providerId="ADAL" clId="{58D894AC-7E04-41DB-A3C3-482DED13BEE6}" dt="2024-01-26T00:03:09.131" v="3403" actId="21"/>
          <ac:spMkLst>
            <pc:docMk/>
            <pc:sldMk cId="663908857" sldId="1139"/>
            <ac:spMk id="20" creationId="{9A147FF0-C459-C167-798E-22DEB323D310}"/>
          </ac:spMkLst>
        </pc:spChg>
        <pc:spChg chg="mod">
          <ac:chgData name="유예나" userId="56804d69-2be5-4f9a-85f3-71ac819806f9" providerId="ADAL" clId="{58D894AC-7E04-41DB-A3C3-482DED13BEE6}" dt="2024-01-26T00:05:17.997" v="3431"/>
          <ac:spMkLst>
            <pc:docMk/>
            <pc:sldMk cId="663908857" sldId="1139"/>
            <ac:spMk id="23" creationId="{6A6A6D37-9ACD-E04D-C3B5-1C2A7395CE8E}"/>
          </ac:spMkLst>
        </pc:spChg>
        <pc:spChg chg="mod">
          <ac:chgData name="유예나" userId="56804d69-2be5-4f9a-85f3-71ac819806f9" providerId="ADAL" clId="{58D894AC-7E04-41DB-A3C3-482DED13BEE6}" dt="2024-01-26T00:30:07.459" v="3753"/>
          <ac:spMkLst>
            <pc:docMk/>
            <pc:sldMk cId="663908857" sldId="1139"/>
            <ac:spMk id="24" creationId="{CB59CCEB-7BF1-8535-1B65-D006D3DC008C}"/>
          </ac:spMkLst>
        </pc:spChg>
        <pc:spChg chg="mod">
          <ac:chgData name="유예나" userId="56804d69-2be5-4f9a-85f3-71ac819806f9" providerId="ADAL" clId="{58D894AC-7E04-41DB-A3C3-482DED13BEE6}" dt="2024-01-26T00:19:20.432" v="3740" actId="207"/>
          <ac:spMkLst>
            <pc:docMk/>
            <pc:sldMk cId="663908857" sldId="1139"/>
            <ac:spMk id="30" creationId="{ACB61741-FC95-25F6-0237-77D49EA27E18}"/>
          </ac:spMkLst>
        </pc:spChg>
        <pc:grpChg chg="del mod">
          <ac:chgData name="유예나" userId="56804d69-2be5-4f9a-85f3-71ac819806f9" providerId="ADAL" clId="{58D894AC-7E04-41DB-A3C3-482DED13BEE6}" dt="2024-01-26T00:03:09.131" v="3403" actId="21"/>
          <ac:grpSpMkLst>
            <pc:docMk/>
            <pc:sldMk cId="663908857" sldId="1139"/>
            <ac:grpSpMk id="7" creationId="{D6927CB1-7B0F-018E-A289-1F9FD13074FA}"/>
          </ac:grpSpMkLst>
        </pc:grpChg>
        <pc:grpChg chg="add del mod">
          <ac:chgData name="유예나" userId="56804d69-2be5-4f9a-85f3-71ac819806f9" providerId="ADAL" clId="{58D894AC-7E04-41DB-A3C3-482DED13BEE6}" dt="2024-01-26T00:26:18.365" v="3748" actId="1076"/>
          <ac:grpSpMkLst>
            <pc:docMk/>
            <pc:sldMk cId="663908857" sldId="1139"/>
            <ac:grpSpMk id="10" creationId="{38AC7710-E3F3-E42B-F812-23F33A1E0293}"/>
          </ac:grpSpMkLst>
        </pc:grpChg>
        <pc:grpChg chg="mod">
          <ac:chgData name="유예나" userId="56804d69-2be5-4f9a-85f3-71ac819806f9" providerId="ADAL" clId="{58D894AC-7E04-41DB-A3C3-482DED13BEE6}" dt="2024-01-26T00:30:16.132" v="3755" actId="1076"/>
          <ac:grpSpMkLst>
            <pc:docMk/>
            <pc:sldMk cId="663908857" sldId="1139"/>
            <ac:grpSpMk id="18" creationId="{E7A34FBF-B332-2CDA-E5B1-DEEFB73F4951}"/>
          </ac:grpSpMkLst>
        </pc:grpChg>
        <pc:grpChg chg="mod">
          <ac:chgData name="유예나" userId="56804d69-2be5-4f9a-85f3-71ac819806f9" providerId="ADAL" clId="{58D894AC-7E04-41DB-A3C3-482DED13BEE6}" dt="2024-01-26T00:30:17.894" v="3756" actId="1076"/>
          <ac:grpSpMkLst>
            <pc:docMk/>
            <pc:sldMk cId="663908857" sldId="1139"/>
            <ac:grpSpMk id="28" creationId="{3985A91B-6ADC-1D87-8CAC-2AC18DA82954}"/>
          </ac:grpSpMkLst>
        </pc:grpChg>
        <pc:picChg chg="mod topLvl">
          <ac:chgData name="유예나" userId="56804d69-2be5-4f9a-85f3-71ac819806f9" providerId="ADAL" clId="{58D894AC-7E04-41DB-A3C3-482DED13BEE6}" dt="2024-01-26T00:26:17.690" v="3746" actId="21"/>
          <ac:picMkLst>
            <pc:docMk/>
            <pc:sldMk cId="663908857" sldId="1139"/>
            <ac:picMk id="9" creationId="{685402D6-7D29-EC03-CF12-20C914F87DA7}"/>
          </ac:picMkLst>
        </pc:picChg>
        <pc:picChg chg="del topLvl">
          <ac:chgData name="유예나" userId="56804d69-2be5-4f9a-85f3-71ac819806f9" providerId="ADAL" clId="{58D894AC-7E04-41DB-A3C3-482DED13BEE6}" dt="2024-01-26T00:03:09.920" v="3404" actId="478"/>
          <ac:picMkLst>
            <pc:docMk/>
            <pc:sldMk cId="663908857" sldId="1139"/>
            <ac:picMk id="14" creationId="{5E429E03-54AA-A297-64DC-AC80F3F0E254}"/>
          </ac:picMkLst>
        </pc:picChg>
      </pc:sldChg>
      <pc:sldChg chg="addSp delSp modSp add mod modClrScheme chgLayout">
        <pc:chgData name="유예나" userId="56804d69-2be5-4f9a-85f3-71ac819806f9" providerId="ADAL" clId="{58D894AC-7E04-41DB-A3C3-482DED13BEE6}" dt="2024-01-26T05:50:00.312" v="7772"/>
        <pc:sldMkLst>
          <pc:docMk/>
          <pc:sldMk cId="1125729939" sldId="1140"/>
        </pc:sldMkLst>
        <pc:spChg chg="mod ord">
          <ac:chgData name="유예나" userId="56804d69-2be5-4f9a-85f3-71ac819806f9" providerId="ADAL" clId="{58D894AC-7E04-41DB-A3C3-482DED13BEE6}" dt="2024-01-26T05:48:18.186" v="7768" actId="700"/>
          <ac:spMkLst>
            <pc:docMk/>
            <pc:sldMk cId="1125729939" sldId="1140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6T05:48:18.186" v="7768" actId="700"/>
          <ac:spMkLst>
            <pc:docMk/>
            <pc:sldMk cId="1125729939" sldId="1140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6T05:48:18.186" v="7768" actId="700"/>
          <ac:spMkLst>
            <pc:docMk/>
            <pc:sldMk cId="1125729939" sldId="1140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6T05:48:18.186" v="7768" actId="700"/>
          <ac:spMkLst>
            <pc:docMk/>
            <pc:sldMk cId="1125729939" sldId="1140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6T05:48:18.186" v="7768" actId="700"/>
          <ac:spMkLst>
            <pc:docMk/>
            <pc:sldMk cId="1125729939" sldId="1140"/>
            <ac:spMk id="6" creationId="{A53606D2-C5A0-42E5-B1CF-5BBD4D5E5F90}"/>
          </ac:spMkLst>
        </pc:spChg>
        <pc:spChg chg="add mod ord">
          <ac:chgData name="유예나" userId="56804d69-2be5-4f9a-85f3-71ac819806f9" providerId="ADAL" clId="{58D894AC-7E04-41DB-A3C3-482DED13BEE6}" dt="2024-01-26T05:50:00.312" v="7772"/>
          <ac:spMkLst>
            <pc:docMk/>
            <pc:sldMk cId="1125729939" sldId="1140"/>
            <ac:spMk id="7" creationId="{B8A19660-D8F2-D647-2F22-E1F1EF874FD2}"/>
          </ac:spMkLst>
        </pc:spChg>
        <pc:spChg chg="mod topLvl">
          <ac:chgData name="유예나" userId="56804d69-2be5-4f9a-85f3-71ac819806f9" providerId="ADAL" clId="{58D894AC-7E04-41DB-A3C3-482DED13BEE6}" dt="2024-01-26T00:34:41.108" v="3876" actId="164"/>
          <ac:spMkLst>
            <pc:docMk/>
            <pc:sldMk cId="1125729939" sldId="1140"/>
            <ac:spMk id="8" creationId="{9A147FF0-C459-C167-798E-22DEB323D310}"/>
          </ac:spMkLst>
        </pc:spChg>
        <pc:spChg chg="mod">
          <ac:chgData name="유예나" userId="56804d69-2be5-4f9a-85f3-71ac819806f9" providerId="ADAL" clId="{58D894AC-7E04-41DB-A3C3-482DED13BEE6}" dt="2024-01-26T00:36:25.295" v="3921"/>
          <ac:spMkLst>
            <pc:docMk/>
            <pc:sldMk cId="1125729939" sldId="1140"/>
            <ac:spMk id="13" creationId="{6431DBAA-DF15-4516-9DCA-340E3A226414}"/>
          </ac:spMkLst>
        </pc:spChg>
        <pc:spChg chg="mod">
          <ac:chgData name="유예나" userId="56804d69-2be5-4f9a-85f3-71ac819806f9" providerId="ADAL" clId="{58D894AC-7E04-41DB-A3C3-482DED13BEE6}" dt="2024-01-26T00:36:25.295" v="3921"/>
          <ac:spMkLst>
            <pc:docMk/>
            <pc:sldMk cId="1125729939" sldId="1140"/>
            <ac:spMk id="15" creationId="{8E1446B6-C704-C03B-8D62-8F668A46C0A5}"/>
          </ac:spMkLst>
        </pc:spChg>
        <pc:spChg chg="mod">
          <ac:chgData name="유예나" userId="56804d69-2be5-4f9a-85f3-71ac819806f9" providerId="ADAL" clId="{58D894AC-7E04-41DB-A3C3-482DED13BEE6}" dt="2024-01-26T00:36:25.295" v="3921"/>
          <ac:spMkLst>
            <pc:docMk/>
            <pc:sldMk cId="1125729939" sldId="1140"/>
            <ac:spMk id="16" creationId="{F16BB574-567E-D761-B7FF-B9C48EA44DE6}"/>
          </ac:spMkLst>
        </pc:spChg>
        <pc:spChg chg="del mod">
          <ac:chgData name="유예나" userId="56804d69-2be5-4f9a-85f3-71ac819806f9" providerId="ADAL" clId="{58D894AC-7E04-41DB-A3C3-482DED13BEE6}" dt="2024-01-26T05:49:59.221" v="7771" actId="478"/>
          <ac:spMkLst>
            <pc:docMk/>
            <pc:sldMk cId="1125729939" sldId="1140"/>
            <ac:spMk id="23" creationId="{6A6A6D37-9ACD-E04D-C3B5-1C2A7395CE8E}"/>
          </ac:spMkLst>
        </pc:spChg>
        <pc:spChg chg="mod">
          <ac:chgData name="유예나" userId="56804d69-2be5-4f9a-85f3-71ac819806f9" providerId="ADAL" clId="{58D894AC-7E04-41DB-A3C3-482DED13BEE6}" dt="2024-01-26T00:36:25.295" v="3921"/>
          <ac:spMkLst>
            <pc:docMk/>
            <pc:sldMk cId="1125729939" sldId="1140"/>
            <ac:spMk id="25" creationId="{871C0DF4-D8CA-4679-BC96-3A63E975FC3D}"/>
          </ac:spMkLst>
        </pc:spChg>
        <pc:grpChg chg="del">
          <ac:chgData name="유예나" userId="56804d69-2be5-4f9a-85f3-71ac819806f9" providerId="ADAL" clId="{58D894AC-7E04-41DB-A3C3-482DED13BEE6}" dt="2024-01-26T00:34:19.579" v="3859" actId="478"/>
          <ac:grpSpMkLst>
            <pc:docMk/>
            <pc:sldMk cId="1125729939" sldId="1140"/>
            <ac:grpSpMk id="10" creationId="{38AC7710-E3F3-E42B-F812-23F33A1E0293}"/>
          </ac:grpSpMkLst>
        </pc:grpChg>
        <pc:grpChg chg="add mod">
          <ac:chgData name="유예나" userId="56804d69-2be5-4f9a-85f3-71ac819806f9" providerId="ADAL" clId="{58D894AC-7E04-41DB-A3C3-482DED13BEE6}" dt="2024-01-26T00:34:44.990" v="3877" actId="1037"/>
          <ac:grpSpMkLst>
            <pc:docMk/>
            <pc:sldMk cId="1125729939" sldId="1140"/>
            <ac:grpSpMk id="12" creationId="{C48BF6C1-93C4-467A-65E8-3F845A7EDB87}"/>
          </ac:grpSpMkLst>
        </pc:grpChg>
        <pc:grpChg chg="add mod">
          <ac:chgData name="유예나" userId="56804d69-2be5-4f9a-85f3-71ac819806f9" providerId="ADAL" clId="{58D894AC-7E04-41DB-A3C3-482DED13BEE6}" dt="2024-01-26T00:36:25.295" v="3921"/>
          <ac:grpSpMkLst>
            <pc:docMk/>
            <pc:sldMk cId="1125729939" sldId="1140"/>
            <ac:grpSpMk id="14" creationId="{20A6876F-FFC6-C7A1-9C24-44F9A53283D4}"/>
          </ac:grpSpMkLst>
        </pc:grpChg>
        <pc:grpChg chg="del">
          <ac:chgData name="유예나" userId="56804d69-2be5-4f9a-85f3-71ac819806f9" providerId="ADAL" clId="{58D894AC-7E04-41DB-A3C3-482DED13BEE6}" dt="2024-01-26T00:35:37.953" v="3891" actId="478"/>
          <ac:grpSpMkLst>
            <pc:docMk/>
            <pc:sldMk cId="1125729939" sldId="1140"/>
            <ac:grpSpMk id="18" creationId="{E7A34FBF-B332-2CDA-E5B1-DEEFB73F4951}"/>
          </ac:grpSpMkLst>
        </pc:grpChg>
        <pc:grpChg chg="add mod">
          <ac:chgData name="유예나" userId="56804d69-2be5-4f9a-85f3-71ac819806f9" providerId="ADAL" clId="{58D894AC-7E04-41DB-A3C3-482DED13BEE6}" dt="2024-01-26T00:36:25.295" v="3921"/>
          <ac:grpSpMkLst>
            <pc:docMk/>
            <pc:sldMk cId="1125729939" sldId="1140"/>
            <ac:grpSpMk id="22" creationId="{A2C447A4-00C9-4FDB-843E-D38D4F1CD42C}"/>
          </ac:grpSpMkLst>
        </pc:grpChg>
        <pc:grpChg chg="del mod">
          <ac:chgData name="유예나" userId="56804d69-2be5-4f9a-85f3-71ac819806f9" providerId="ADAL" clId="{58D894AC-7E04-41DB-A3C3-482DED13BEE6}" dt="2024-01-26T00:35:36.654" v="3890" actId="478"/>
          <ac:grpSpMkLst>
            <pc:docMk/>
            <pc:sldMk cId="1125729939" sldId="1140"/>
            <ac:grpSpMk id="28" creationId="{3985A91B-6ADC-1D87-8CAC-2AC18DA82954}"/>
          </ac:grpSpMkLst>
        </pc:grpChg>
        <pc:picChg chg="del topLvl">
          <ac:chgData name="유예나" userId="56804d69-2be5-4f9a-85f3-71ac819806f9" providerId="ADAL" clId="{58D894AC-7E04-41DB-A3C3-482DED13BEE6}" dt="2024-01-26T00:34:19.579" v="3859" actId="478"/>
          <ac:picMkLst>
            <pc:docMk/>
            <pc:sldMk cId="1125729939" sldId="1140"/>
            <ac:picMk id="9" creationId="{685402D6-7D29-EC03-CF12-20C914F87DA7}"/>
          </ac:picMkLst>
        </pc:picChg>
        <pc:picChg chg="add mod ord">
          <ac:chgData name="유예나" userId="56804d69-2be5-4f9a-85f3-71ac819806f9" providerId="ADAL" clId="{58D894AC-7E04-41DB-A3C3-482DED13BEE6}" dt="2024-01-26T00:34:41.108" v="3876" actId="164"/>
          <ac:picMkLst>
            <pc:docMk/>
            <pc:sldMk cId="1125729939" sldId="1140"/>
            <ac:picMk id="11" creationId="{48C40C6C-BAA1-B2D8-C739-4BE5272FA84E}"/>
          </ac:picMkLst>
        </pc:picChg>
      </pc:sldChg>
      <pc:sldChg chg="add del">
        <pc:chgData name="유예나" userId="56804d69-2be5-4f9a-85f3-71ac819806f9" providerId="ADAL" clId="{58D894AC-7E04-41DB-A3C3-482DED13BEE6}" dt="2024-01-26T00:52:51.605" v="4031" actId="2696"/>
        <pc:sldMkLst>
          <pc:docMk/>
          <pc:sldMk cId="815645811" sldId="1141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2558622888" sldId="1141"/>
        </pc:sldMkLst>
        <pc:spChg chg="mod">
          <ac:chgData name="유예나" userId="56804d69-2be5-4f9a-85f3-71ac819806f9" providerId="ADAL" clId="{58D894AC-7E04-41DB-A3C3-482DED13BEE6}" dt="2024-01-26T00:52:59.111" v="4033"/>
          <ac:spMkLst>
            <pc:docMk/>
            <pc:sldMk cId="2558622888" sldId="1141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0:53:03.671" v="4034"/>
          <ac:spMkLst>
            <pc:docMk/>
            <pc:sldMk cId="2558622888" sldId="1141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6T00:53:07.613" v="4035" actId="20577"/>
          <ac:spMkLst>
            <pc:docMk/>
            <pc:sldMk cId="2558622888" sldId="1141"/>
            <ac:spMk id="6" creationId="{A53606D2-C5A0-42E5-B1CF-5BBD4D5E5F90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2558622888" sldId="1141"/>
            <ac:spMk id="8" creationId="{D5A86BBA-7A94-48CD-B535-19792F337EC2}"/>
          </ac:spMkLst>
        </pc:spChg>
        <pc:spChg chg="mod">
          <ac:chgData name="유예나" userId="56804d69-2be5-4f9a-85f3-71ac819806f9" providerId="ADAL" clId="{58D894AC-7E04-41DB-A3C3-482DED13BEE6}" dt="2024-01-26T00:55:33.059" v="4091" actId="20577"/>
          <ac:spMkLst>
            <pc:docMk/>
            <pc:sldMk cId="2558622888" sldId="1141"/>
            <ac:spMk id="47" creationId="{C362501A-488C-34CF-66EF-BB6D1521490D}"/>
          </ac:spMkLst>
        </pc:spChg>
        <pc:spChg chg="mod">
          <ac:chgData name="유예나" userId="56804d69-2be5-4f9a-85f3-71ac819806f9" providerId="ADAL" clId="{58D894AC-7E04-41DB-A3C3-482DED13BEE6}" dt="2024-01-26T01:17:15.115" v="4558" actId="6549"/>
          <ac:spMkLst>
            <pc:docMk/>
            <pc:sldMk cId="2558622888" sldId="1141"/>
            <ac:spMk id="50" creationId="{2E47C488-ADFD-2EE5-0777-0D830CC14F78}"/>
          </ac:spMkLst>
        </pc:spChg>
        <pc:grpChg chg="del mod">
          <ac:chgData name="유예나" userId="56804d69-2be5-4f9a-85f3-71ac819806f9" providerId="ADAL" clId="{58D894AC-7E04-41DB-A3C3-482DED13BEE6}" dt="2024-01-26T01:17:13.461" v="4557" actId="478"/>
          <ac:grpSpMkLst>
            <pc:docMk/>
            <pc:sldMk cId="2558622888" sldId="1141"/>
            <ac:grpSpMk id="45" creationId="{3623E274-19C2-3522-1DCF-DE071A05BE02}"/>
          </ac:grpSpMkLst>
        </pc:grpChg>
        <pc:grpChg chg="del mod">
          <ac:chgData name="유예나" userId="56804d69-2be5-4f9a-85f3-71ac819806f9" providerId="ADAL" clId="{58D894AC-7E04-41DB-A3C3-482DED13BEE6}" dt="2024-01-26T01:17:15.830" v="4559" actId="478"/>
          <ac:grpSpMkLst>
            <pc:docMk/>
            <pc:sldMk cId="2558622888" sldId="1141"/>
            <ac:grpSpMk id="48" creationId="{4386804B-8FB0-E673-FB44-323837812DE5}"/>
          </ac:grpSpMkLst>
        </pc:grpChg>
        <pc:picChg chg="del">
          <ac:chgData name="유예나" userId="56804d69-2be5-4f9a-85f3-71ac819806f9" providerId="ADAL" clId="{58D894AC-7E04-41DB-A3C3-482DED13BEE6}" dt="2024-01-26T00:54:32.035" v="4070" actId="478"/>
          <ac:picMkLst>
            <pc:docMk/>
            <pc:sldMk cId="2558622888" sldId="1141"/>
            <ac:picMk id="9" creationId="{87433232-A4CB-0F03-96F3-18E8B46485D9}"/>
          </ac:picMkLst>
        </pc:picChg>
        <pc:picChg chg="add mod">
          <ac:chgData name="유예나" userId="56804d69-2be5-4f9a-85f3-71ac819806f9" providerId="ADAL" clId="{58D894AC-7E04-41DB-A3C3-482DED13BEE6}" dt="2024-01-26T00:59:02.504" v="4171" actId="1076"/>
          <ac:picMkLst>
            <pc:docMk/>
            <pc:sldMk cId="2558622888" sldId="1141"/>
            <ac:picMk id="10" creationId="{8CAFDD0E-563E-9E70-08C4-254CEE0533FA}"/>
          </ac:picMkLst>
        </pc:picChg>
        <pc:picChg chg="add mod">
          <ac:chgData name="유예나" userId="56804d69-2be5-4f9a-85f3-71ac819806f9" providerId="ADAL" clId="{58D894AC-7E04-41DB-A3C3-482DED13BEE6}" dt="2024-01-26T00:59:05.024" v="4173" actId="1076"/>
          <ac:picMkLst>
            <pc:docMk/>
            <pc:sldMk cId="2558622888" sldId="1141"/>
            <ac:picMk id="12" creationId="{A5942257-7B68-27AB-2C8C-54EBD2A80DEB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1706337745" sldId="1142"/>
        </pc:sldMkLst>
        <pc:spChg chg="mod">
          <ac:chgData name="유예나" userId="56804d69-2be5-4f9a-85f3-71ac819806f9" providerId="ADAL" clId="{58D894AC-7E04-41DB-A3C3-482DED13BEE6}" dt="2024-01-26T01:05:24.118" v="4367" actId="20577"/>
          <ac:spMkLst>
            <pc:docMk/>
            <pc:sldMk cId="1706337745" sldId="1142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1:05:03.460" v="4283"/>
          <ac:spMkLst>
            <pc:docMk/>
            <pc:sldMk cId="1706337745" sldId="1142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1706337745" sldId="1142"/>
            <ac:spMk id="8" creationId="{D5A86BBA-7A94-48CD-B535-19792F337EC2}"/>
          </ac:spMkLst>
        </pc:spChg>
        <pc:grpChg chg="del mod">
          <ac:chgData name="유예나" userId="56804d69-2be5-4f9a-85f3-71ac819806f9" providerId="ADAL" clId="{58D894AC-7E04-41DB-A3C3-482DED13BEE6}" dt="2024-01-26T01:05:05.409" v="4285" actId="478"/>
          <ac:grpSpMkLst>
            <pc:docMk/>
            <pc:sldMk cId="1706337745" sldId="1142"/>
            <ac:grpSpMk id="45" creationId="{3623E274-19C2-3522-1DCF-DE071A05BE02}"/>
          </ac:grpSpMkLst>
        </pc:grpChg>
        <pc:grpChg chg="del">
          <ac:chgData name="유예나" userId="56804d69-2be5-4f9a-85f3-71ac819806f9" providerId="ADAL" clId="{58D894AC-7E04-41DB-A3C3-482DED13BEE6}" dt="2024-01-26T01:05:06.070" v="4286" actId="478"/>
          <ac:grpSpMkLst>
            <pc:docMk/>
            <pc:sldMk cId="1706337745" sldId="1142"/>
            <ac:grpSpMk id="48" creationId="{4386804B-8FB0-E673-FB44-323837812DE5}"/>
          </ac:grpSpMkLst>
        </pc:grpChg>
        <pc:picChg chg="add mod">
          <ac:chgData name="유예나" userId="56804d69-2be5-4f9a-85f3-71ac819806f9" providerId="ADAL" clId="{58D894AC-7E04-41DB-A3C3-482DED13BEE6}" dt="2024-01-26T01:06:44.274" v="4397" actId="14100"/>
          <ac:picMkLst>
            <pc:docMk/>
            <pc:sldMk cId="1706337745" sldId="1142"/>
            <ac:picMk id="9" creationId="{43E9871E-9405-32AD-206B-FB5C0CBF231C}"/>
          </ac:picMkLst>
        </pc:picChg>
        <pc:picChg chg="del">
          <ac:chgData name="유예나" userId="56804d69-2be5-4f9a-85f3-71ac819806f9" providerId="ADAL" clId="{58D894AC-7E04-41DB-A3C3-482DED13BEE6}" dt="2024-01-26T01:05:26.606" v="4368" actId="478"/>
          <ac:picMkLst>
            <pc:docMk/>
            <pc:sldMk cId="1706337745" sldId="1142"/>
            <ac:picMk id="10" creationId="{8CAFDD0E-563E-9E70-08C4-254CEE0533FA}"/>
          </ac:picMkLst>
        </pc:picChg>
        <pc:picChg chg="del">
          <ac:chgData name="유예나" userId="56804d69-2be5-4f9a-85f3-71ac819806f9" providerId="ADAL" clId="{58D894AC-7E04-41DB-A3C3-482DED13BEE6}" dt="2024-01-26T01:05:26.606" v="4368" actId="478"/>
          <ac:picMkLst>
            <pc:docMk/>
            <pc:sldMk cId="1706337745" sldId="1142"/>
            <ac:picMk id="12" creationId="{A5942257-7B68-27AB-2C8C-54EBD2A80DEB}"/>
          </ac:picMkLst>
        </pc:picChg>
        <pc:picChg chg="add mod">
          <ac:chgData name="유예나" userId="56804d69-2be5-4f9a-85f3-71ac819806f9" providerId="ADAL" clId="{58D894AC-7E04-41DB-A3C3-482DED13BEE6}" dt="2024-01-26T01:07:03.458" v="4405" actId="465"/>
          <ac:picMkLst>
            <pc:docMk/>
            <pc:sldMk cId="1706337745" sldId="1142"/>
            <ac:picMk id="13" creationId="{B9326120-2023-7A72-70F7-EBBC3B605F39}"/>
          </ac:picMkLst>
        </pc:picChg>
        <pc:picChg chg="add mod">
          <ac:chgData name="유예나" userId="56804d69-2be5-4f9a-85f3-71ac819806f9" providerId="ADAL" clId="{58D894AC-7E04-41DB-A3C3-482DED13BEE6}" dt="2024-01-26T01:06:54.061" v="4404" actId="1076"/>
          <ac:picMkLst>
            <pc:docMk/>
            <pc:sldMk cId="1706337745" sldId="1142"/>
            <ac:picMk id="15" creationId="{DA0FED44-1ABE-BF13-29A3-CF1B69D7428C}"/>
          </ac:picMkLst>
        </pc:picChg>
      </pc:sldChg>
      <pc:sldChg chg="addSp delSp modSp add mod ord">
        <pc:chgData name="유예나" userId="56804d69-2be5-4f9a-85f3-71ac819806f9" providerId="ADAL" clId="{58D894AC-7E04-41DB-A3C3-482DED13BEE6}" dt="2024-01-29T04:57:09.996" v="9372"/>
        <pc:sldMkLst>
          <pc:docMk/>
          <pc:sldMk cId="3572331913" sldId="1143"/>
        </pc:sldMkLst>
        <pc:spChg chg="mod">
          <ac:chgData name="유예나" userId="56804d69-2be5-4f9a-85f3-71ac819806f9" providerId="ADAL" clId="{58D894AC-7E04-41DB-A3C3-482DED13BEE6}" dt="2024-01-26T01:11:48.815" v="4451" actId="20577"/>
          <ac:spMkLst>
            <pc:docMk/>
            <pc:sldMk cId="3572331913" sldId="1143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1:11:54.456" v="4452"/>
          <ac:spMkLst>
            <pc:docMk/>
            <pc:sldMk cId="3572331913" sldId="1143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3572331913" sldId="1143"/>
            <ac:spMk id="8" creationId="{D5A86BBA-7A94-48CD-B535-19792F337EC2}"/>
          </ac:spMkLst>
        </pc:spChg>
        <pc:picChg chg="del">
          <ac:chgData name="유예나" userId="56804d69-2be5-4f9a-85f3-71ac819806f9" providerId="ADAL" clId="{58D894AC-7E04-41DB-A3C3-482DED13BEE6}" dt="2024-01-26T01:07:45.463" v="4407" actId="478"/>
          <ac:picMkLst>
            <pc:docMk/>
            <pc:sldMk cId="3572331913" sldId="1143"/>
            <ac:picMk id="9" creationId="{43E9871E-9405-32AD-206B-FB5C0CBF231C}"/>
          </ac:picMkLst>
        </pc:picChg>
        <pc:picChg chg="add mod">
          <ac:chgData name="유예나" userId="56804d69-2be5-4f9a-85f3-71ac819806f9" providerId="ADAL" clId="{58D894AC-7E04-41DB-A3C3-482DED13BEE6}" dt="2024-01-26T01:08:05.546" v="4415" actId="208"/>
          <ac:picMkLst>
            <pc:docMk/>
            <pc:sldMk cId="3572331913" sldId="1143"/>
            <ac:picMk id="10" creationId="{4B6B585A-8A43-35AF-C58D-0C6E632F6B13}"/>
          </ac:picMkLst>
        </pc:picChg>
        <pc:picChg chg="del">
          <ac:chgData name="유예나" userId="56804d69-2be5-4f9a-85f3-71ac819806f9" providerId="ADAL" clId="{58D894AC-7E04-41DB-A3C3-482DED13BEE6}" dt="2024-01-26T01:07:45.777" v="4408" actId="478"/>
          <ac:picMkLst>
            <pc:docMk/>
            <pc:sldMk cId="3572331913" sldId="1143"/>
            <ac:picMk id="13" creationId="{B9326120-2023-7A72-70F7-EBBC3B605F39}"/>
          </ac:picMkLst>
        </pc:picChg>
        <pc:picChg chg="del">
          <ac:chgData name="유예나" userId="56804d69-2be5-4f9a-85f3-71ac819806f9" providerId="ADAL" clId="{58D894AC-7E04-41DB-A3C3-482DED13BEE6}" dt="2024-01-26T01:07:46.354" v="4409" actId="478"/>
          <ac:picMkLst>
            <pc:docMk/>
            <pc:sldMk cId="3572331913" sldId="1143"/>
            <ac:picMk id="15" creationId="{DA0FED44-1ABE-BF13-29A3-CF1B69D7428C}"/>
          </ac:picMkLst>
        </pc:picChg>
      </pc:sldChg>
      <pc:sldChg chg="addSp delSp modSp add mod ord">
        <pc:chgData name="유예나" userId="56804d69-2be5-4f9a-85f3-71ac819806f9" providerId="ADAL" clId="{58D894AC-7E04-41DB-A3C3-482DED13BEE6}" dt="2024-01-29T04:57:09.996" v="9372"/>
        <pc:sldMkLst>
          <pc:docMk/>
          <pc:sldMk cId="262220450" sldId="1144"/>
        </pc:sldMkLst>
        <pc:spChg chg="mod">
          <ac:chgData name="유예나" userId="56804d69-2be5-4f9a-85f3-71ac819806f9" providerId="ADAL" clId="{58D894AC-7E04-41DB-A3C3-482DED13BEE6}" dt="2024-01-26T01:12:03.533" v="4458"/>
          <ac:spMkLst>
            <pc:docMk/>
            <pc:sldMk cId="262220450" sldId="1144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262220450" sldId="1144"/>
            <ac:spMk id="8" creationId="{D5A86BBA-7A94-48CD-B535-19792F337EC2}"/>
          </ac:spMkLst>
        </pc:spChg>
        <pc:picChg chg="add mod modCrop">
          <ac:chgData name="유예나" userId="56804d69-2be5-4f9a-85f3-71ac819806f9" providerId="ADAL" clId="{58D894AC-7E04-41DB-A3C3-482DED13BEE6}" dt="2024-01-26T01:14:20.936" v="4517" actId="1076"/>
          <ac:picMkLst>
            <pc:docMk/>
            <pc:sldMk cId="262220450" sldId="1144"/>
            <ac:picMk id="9" creationId="{1169DECD-F27B-8DA9-4A8E-FF3C8CE75671}"/>
          </ac:picMkLst>
        </pc:picChg>
        <pc:picChg chg="del">
          <ac:chgData name="유예나" userId="56804d69-2be5-4f9a-85f3-71ac819806f9" providerId="ADAL" clId="{58D894AC-7E04-41DB-A3C3-482DED13BEE6}" dt="2024-01-26T01:12:37.729" v="4472" actId="478"/>
          <ac:picMkLst>
            <pc:docMk/>
            <pc:sldMk cId="262220450" sldId="1144"/>
            <ac:picMk id="10" creationId="{4B6B585A-8A43-35AF-C58D-0C6E632F6B13}"/>
          </ac:picMkLst>
        </pc:picChg>
        <pc:picChg chg="add mod">
          <ac:chgData name="유예나" userId="56804d69-2be5-4f9a-85f3-71ac819806f9" providerId="ADAL" clId="{58D894AC-7E04-41DB-A3C3-482DED13BEE6}" dt="2024-01-26T01:14:24.872" v="4518" actId="465"/>
          <ac:picMkLst>
            <pc:docMk/>
            <pc:sldMk cId="262220450" sldId="1144"/>
            <ac:picMk id="12" creationId="{C84E09B6-B96A-8578-8008-657B43A3AA03}"/>
          </ac:picMkLst>
        </pc:picChg>
        <pc:picChg chg="add mod">
          <ac:chgData name="유예나" userId="56804d69-2be5-4f9a-85f3-71ac819806f9" providerId="ADAL" clId="{58D894AC-7E04-41DB-A3C3-482DED13BEE6}" dt="2024-01-26T01:14:17.816" v="4515" actId="1076"/>
          <ac:picMkLst>
            <pc:docMk/>
            <pc:sldMk cId="262220450" sldId="1144"/>
            <ac:picMk id="14" creationId="{330A5F6C-BA92-8586-2532-5958A2B15275}"/>
          </ac:picMkLst>
        </pc:picChg>
      </pc:sldChg>
      <pc:sldChg chg="modSp add mod ord">
        <pc:chgData name="유예나" userId="56804d69-2be5-4f9a-85f3-71ac819806f9" providerId="ADAL" clId="{58D894AC-7E04-41DB-A3C3-482DED13BEE6}" dt="2024-01-29T03:23:15.741" v="7981"/>
        <pc:sldMkLst>
          <pc:docMk/>
          <pc:sldMk cId="1888863985" sldId="1145"/>
        </pc:sldMkLst>
        <pc:spChg chg="mod">
          <ac:chgData name="유예나" userId="56804d69-2be5-4f9a-85f3-71ac819806f9" providerId="ADAL" clId="{58D894AC-7E04-41DB-A3C3-482DED13BEE6}" dt="2024-01-26T01:16:43.403" v="4541"/>
          <ac:spMkLst>
            <pc:docMk/>
            <pc:sldMk cId="1888863985" sldId="1145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1:16:44.619" v="4543" actId="20577"/>
          <ac:spMkLst>
            <pc:docMk/>
            <pc:sldMk cId="1888863985" sldId="1145"/>
            <ac:spMk id="4" creationId="{4058C1A1-806B-4836-BE0C-90CAABEF4277}"/>
          </ac:spMkLst>
        </pc:spChg>
        <pc:grpChg chg="mod">
          <ac:chgData name="유예나" userId="56804d69-2be5-4f9a-85f3-71ac819806f9" providerId="ADAL" clId="{58D894AC-7E04-41DB-A3C3-482DED13BEE6}" dt="2024-01-26T01:16:54.967" v="4548" actId="1076"/>
          <ac:grpSpMkLst>
            <pc:docMk/>
            <pc:sldMk cId="1888863985" sldId="1145"/>
            <ac:grpSpMk id="48" creationId="{4386804B-8FB0-E673-FB44-323837812DE5}"/>
          </ac:grpSpMkLst>
        </pc:grpChg>
      </pc:sldChg>
      <pc:sldChg chg="addSp delSp modSp add mod ord">
        <pc:chgData name="유예나" userId="56804d69-2be5-4f9a-85f3-71ac819806f9" providerId="ADAL" clId="{58D894AC-7E04-41DB-A3C3-482DED13BEE6}" dt="2024-01-29T04:56:08.272" v="9369"/>
        <pc:sldMkLst>
          <pc:docMk/>
          <pc:sldMk cId="2327049963" sldId="1146"/>
        </pc:sldMkLst>
        <pc:spChg chg="mod">
          <ac:chgData name="유예나" userId="56804d69-2be5-4f9a-85f3-71ac819806f9" providerId="ADAL" clId="{58D894AC-7E04-41DB-A3C3-482DED13BEE6}" dt="2024-01-26T01:19:21.721" v="4569"/>
          <ac:spMkLst>
            <pc:docMk/>
            <pc:sldMk cId="2327049963" sldId="1146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2327049963" sldId="1146"/>
            <ac:spMk id="10" creationId="{E0B2CC00-062B-4B31-9F45-44F66D77E195}"/>
          </ac:spMkLst>
        </pc:spChg>
        <pc:grpChg chg="del">
          <ac:chgData name="유예나" userId="56804d69-2be5-4f9a-85f3-71ac819806f9" providerId="ADAL" clId="{58D894AC-7E04-41DB-A3C3-482DED13BEE6}" dt="2024-01-26T01:19:37.117" v="4602" actId="478"/>
          <ac:grpSpMkLst>
            <pc:docMk/>
            <pc:sldMk cId="2327049963" sldId="1146"/>
            <ac:grpSpMk id="18" creationId="{E7A34FBF-B332-2CDA-E5B1-DEEFB73F4951}"/>
          </ac:grpSpMkLst>
        </pc:grpChg>
        <pc:grpChg chg="del">
          <ac:chgData name="유예나" userId="56804d69-2be5-4f9a-85f3-71ac819806f9" providerId="ADAL" clId="{58D894AC-7E04-41DB-A3C3-482DED13BEE6}" dt="2024-01-26T01:19:36.791" v="4601" actId="478"/>
          <ac:grpSpMkLst>
            <pc:docMk/>
            <pc:sldMk cId="2327049963" sldId="1146"/>
            <ac:grpSpMk id="28" creationId="{3985A91B-6ADC-1D87-8CAC-2AC18DA82954}"/>
          </ac:grpSpMkLst>
        </pc:grpChg>
        <pc:picChg chg="del">
          <ac:chgData name="유예나" userId="56804d69-2be5-4f9a-85f3-71ac819806f9" providerId="ADAL" clId="{58D894AC-7E04-41DB-A3C3-482DED13BEE6}" dt="2024-01-26T01:19:38.137" v="4604" actId="478"/>
          <ac:picMkLst>
            <pc:docMk/>
            <pc:sldMk cId="2327049963" sldId="1146"/>
            <ac:picMk id="8" creationId="{34D7049A-84F2-8D43-E93D-EDF74CD24549}"/>
          </ac:picMkLst>
        </pc:picChg>
        <pc:picChg chg="del">
          <ac:chgData name="유예나" userId="56804d69-2be5-4f9a-85f3-71ac819806f9" providerId="ADAL" clId="{58D894AC-7E04-41DB-A3C3-482DED13BEE6}" dt="2024-01-26T01:19:37.767" v="4603" actId="478"/>
          <ac:picMkLst>
            <pc:docMk/>
            <pc:sldMk cId="2327049963" sldId="1146"/>
            <ac:picMk id="9" creationId="{A9735174-F76E-6E48-4EF1-55AF7BC107C4}"/>
          </ac:picMkLst>
        </pc:picChg>
        <pc:picChg chg="add del mod modCrop">
          <ac:chgData name="유예나" userId="56804d69-2be5-4f9a-85f3-71ac819806f9" providerId="ADAL" clId="{58D894AC-7E04-41DB-A3C3-482DED13BEE6}" dt="2024-01-26T01:20:11.445" v="4613" actId="478"/>
          <ac:picMkLst>
            <pc:docMk/>
            <pc:sldMk cId="2327049963" sldId="1146"/>
            <ac:picMk id="11" creationId="{F2754DDA-8431-366E-E6D1-A335D7CF84C5}"/>
          </ac:picMkLst>
        </pc:picChg>
        <pc:picChg chg="del">
          <ac:chgData name="유예나" userId="56804d69-2be5-4f9a-85f3-71ac819806f9" providerId="ADAL" clId="{58D894AC-7E04-41DB-A3C3-482DED13BEE6}" dt="2024-01-26T01:19:38.469" v="4605" actId="478"/>
          <ac:picMkLst>
            <pc:docMk/>
            <pc:sldMk cId="2327049963" sldId="1146"/>
            <ac:picMk id="12" creationId="{8FE50F2F-5142-5601-35B0-FC44DEEB05FC}"/>
          </ac:picMkLst>
        </pc:picChg>
        <pc:picChg chg="add del mod">
          <ac:chgData name="유예나" userId="56804d69-2be5-4f9a-85f3-71ac819806f9" providerId="ADAL" clId="{58D894AC-7E04-41DB-A3C3-482DED13BEE6}" dt="2024-01-26T01:45:59.165" v="4644" actId="1076"/>
          <ac:picMkLst>
            <pc:docMk/>
            <pc:sldMk cId="2327049963" sldId="1146"/>
            <ac:picMk id="14" creationId="{0723FB3E-C858-2A11-9F25-0621E638EEC4}"/>
          </ac:picMkLst>
        </pc:picChg>
        <pc:picChg chg="add mod modCrop">
          <ac:chgData name="유예나" userId="56804d69-2be5-4f9a-85f3-71ac819806f9" providerId="ADAL" clId="{58D894AC-7E04-41DB-A3C3-482DED13BEE6}" dt="2024-01-26T01:45:59.923" v="4645" actId="1076"/>
          <ac:picMkLst>
            <pc:docMk/>
            <pc:sldMk cId="2327049963" sldId="1146"/>
            <ac:picMk id="16" creationId="{395010D5-35B0-C103-32B7-8D7C2D6EC8B9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2761166033" sldId="1147"/>
        </pc:sldMkLst>
        <pc:spChg chg="mod">
          <ac:chgData name="유예나" userId="56804d69-2be5-4f9a-85f3-71ac819806f9" providerId="ADAL" clId="{58D894AC-7E04-41DB-A3C3-482DED13BEE6}" dt="2024-01-26T01:51:20.757" v="4699"/>
          <ac:spMkLst>
            <pc:docMk/>
            <pc:sldMk cId="2761166033" sldId="1147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1:52:44.997" v="4721"/>
          <ac:spMkLst>
            <pc:docMk/>
            <pc:sldMk cId="2761166033" sldId="1147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2761166033" sldId="1147"/>
            <ac:spMk id="8" creationId="{D5A86BBA-7A94-48CD-B535-19792F337EC2}"/>
          </ac:spMkLst>
        </pc:spChg>
        <pc:picChg chg="del">
          <ac:chgData name="유예나" userId="56804d69-2be5-4f9a-85f3-71ac819806f9" providerId="ADAL" clId="{58D894AC-7E04-41DB-A3C3-482DED13BEE6}" dt="2024-01-26T01:51:22.029" v="4700" actId="478"/>
          <ac:picMkLst>
            <pc:docMk/>
            <pc:sldMk cId="2761166033" sldId="1147"/>
            <ac:picMk id="9" creationId="{43E9871E-9405-32AD-206B-FB5C0CBF231C}"/>
          </ac:picMkLst>
        </pc:picChg>
        <pc:picChg chg="add mod">
          <ac:chgData name="유예나" userId="56804d69-2be5-4f9a-85f3-71ac819806f9" providerId="ADAL" clId="{58D894AC-7E04-41DB-A3C3-482DED13BEE6}" dt="2024-01-26T01:51:34.085" v="4707" actId="1076"/>
          <ac:picMkLst>
            <pc:docMk/>
            <pc:sldMk cId="2761166033" sldId="1147"/>
            <ac:picMk id="10" creationId="{E8E2191C-6DD4-B402-33F7-32B2DDBF04E4}"/>
          </ac:picMkLst>
        </pc:picChg>
        <pc:picChg chg="del">
          <ac:chgData name="유예나" userId="56804d69-2be5-4f9a-85f3-71ac819806f9" providerId="ADAL" clId="{58D894AC-7E04-41DB-A3C3-482DED13BEE6}" dt="2024-01-26T01:51:22.804" v="4701" actId="478"/>
          <ac:picMkLst>
            <pc:docMk/>
            <pc:sldMk cId="2761166033" sldId="1147"/>
            <ac:picMk id="13" creationId="{B9326120-2023-7A72-70F7-EBBC3B605F39}"/>
          </ac:picMkLst>
        </pc:picChg>
        <pc:picChg chg="del">
          <ac:chgData name="유예나" userId="56804d69-2be5-4f9a-85f3-71ac819806f9" providerId="ADAL" clId="{58D894AC-7E04-41DB-A3C3-482DED13BEE6}" dt="2024-01-26T01:51:23.152" v="4702" actId="478"/>
          <ac:picMkLst>
            <pc:docMk/>
            <pc:sldMk cId="2761166033" sldId="1147"/>
            <ac:picMk id="15" creationId="{DA0FED44-1ABE-BF13-29A3-CF1B69D7428C}"/>
          </ac:picMkLst>
        </pc:picChg>
      </pc:sldChg>
      <pc:sldChg chg="add del">
        <pc:chgData name="유예나" userId="56804d69-2be5-4f9a-85f3-71ac819806f9" providerId="ADAL" clId="{58D894AC-7E04-41DB-A3C3-482DED13BEE6}" dt="2024-01-26T01:51:45.750" v="4708" actId="47"/>
        <pc:sldMkLst>
          <pc:docMk/>
          <pc:sldMk cId="4044811313" sldId="1148"/>
        </pc:sldMkLst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1311671968" sldId="1149"/>
        </pc:sldMkLst>
        <pc:spChg chg="mod">
          <ac:chgData name="유예나" userId="56804d69-2be5-4f9a-85f3-71ac819806f9" providerId="ADAL" clId="{58D894AC-7E04-41DB-A3C3-482DED13BEE6}" dt="2024-01-26T01:52:37.244" v="4720"/>
          <ac:spMkLst>
            <pc:docMk/>
            <pc:sldMk cId="1311671968" sldId="1149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1:52:49.660" v="4722"/>
          <ac:spMkLst>
            <pc:docMk/>
            <pc:sldMk cId="1311671968" sldId="1149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1311671968" sldId="1149"/>
            <ac:spMk id="10" creationId="{E0B2CC00-062B-4B31-9F45-44F66D77E195}"/>
          </ac:spMkLst>
        </pc:spChg>
        <pc:picChg chg="add mod">
          <ac:chgData name="유예나" userId="56804d69-2be5-4f9a-85f3-71ac819806f9" providerId="ADAL" clId="{58D894AC-7E04-41DB-A3C3-482DED13BEE6}" dt="2024-01-26T01:52:02.811" v="4714" actId="208"/>
          <ac:picMkLst>
            <pc:docMk/>
            <pc:sldMk cId="1311671968" sldId="1149"/>
            <ac:picMk id="8" creationId="{9152C4F5-AFB8-F4B1-8EC3-67D745F5AEE9}"/>
          </ac:picMkLst>
        </pc:picChg>
        <pc:picChg chg="del">
          <ac:chgData name="유예나" userId="56804d69-2be5-4f9a-85f3-71ac819806f9" providerId="ADAL" clId="{58D894AC-7E04-41DB-A3C3-482DED13BEE6}" dt="2024-01-26T01:51:50.217" v="4710" actId="478"/>
          <ac:picMkLst>
            <pc:docMk/>
            <pc:sldMk cId="1311671968" sldId="1149"/>
            <ac:picMk id="14" creationId="{0723FB3E-C858-2A11-9F25-0621E638EEC4}"/>
          </ac:picMkLst>
        </pc:picChg>
        <pc:picChg chg="del">
          <ac:chgData name="유예나" userId="56804d69-2be5-4f9a-85f3-71ac819806f9" providerId="ADAL" clId="{58D894AC-7E04-41DB-A3C3-482DED13BEE6}" dt="2024-01-26T01:51:49.680" v="4709" actId="478"/>
          <ac:picMkLst>
            <pc:docMk/>
            <pc:sldMk cId="1311671968" sldId="1149"/>
            <ac:picMk id="16" creationId="{395010D5-35B0-C103-32B7-8D7C2D6EC8B9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3421321325" sldId="1150"/>
        </pc:sldMkLst>
        <pc:spChg chg="mod">
          <ac:chgData name="유예나" userId="56804d69-2be5-4f9a-85f3-71ac819806f9" providerId="ADAL" clId="{58D894AC-7E04-41DB-A3C3-482DED13BEE6}" dt="2024-01-26T01:52:56.669" v="4724"/>
          <ac:spMkLst>
            <pc:docMk/>
            <pc:sldMk cId="3421321325" sldId="1150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1:53:07.887" v="4730"/>
          <ac:spMkLst>
            <pc:docMk/>
            <pc:sldMk cId="3421321325" sldId="1150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3421321325" sldId="1150"/>
            <ac:spMk id="8" creationId="{D5A86BBA-7A94-48CD-B535-19792F337EC2}"/>
          </ac:spMkLst>
        </pc:spChg>
        <pc:picChg chg="add mod">
          <ac:chgData name="유예나" userId="56804d69-2be5-4f9a-85f3-71ac819806f9" providerId="ADAL" clId="{58D894AC-7E04-41DB-A3C3-482DED13BEE6}" dt="2024-01-26T01:53:31.200" v="4737" actId="1076"/>
          <ac:picMkLst>
            <pc:docMk/>
            <pc:sldMk cId="3421321325" sldId="1150"/>
            <ac:picMk id="9" creationId="{B20FC457-4571-0ED6-6359-97A56B02E6BD}"/>
          </ac:picMkLst>
        </pc:picChg>
        <pc:picChg chg="del mod">
          <ac:chgData name="유예나" userId="56804d69-2be5-4f9a-85f3-71ac819806f9" providerId="ADAL" clId="{58D894AC-7E04-41DB-A3C3-482DED13BEE6}" dt="2024-01-26T01:53:00.880" v="4726" actId="478"/>
          <ac:picMkLst>
            <pc:docMk/>
            <pc:sldMk cId="3421321325" sldId="1150"/>
            <ac:picMk id="10" creationId="{E8E2191C-6DD4-B402-33F7-32B2DDBF04E4}"/>
          </ac:picMkLst>
        </pc:picChg>
      </pc:sldChg>
      <pc:sldChg chg="new del">
        <pc:chgData name="유예나" userId="56804d69-2be5-4f9a-85f3-71ac819806f9" providerId="ADAL" clId="{58D894AC-7E04-41DB-A3C3-482DED13BEE6}" dt="2024-01-26T01:52:13.615" v="4716" actId="680"/>
        <pc:sldMkLst>
          <pc:docMk/>
          <pc:sldMk cId="3855999388" sldId="1150"/>
        </pc:sldMkLst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972474781" sldId="1151"/>
        </pc:sldMkLst>
        <pc:spChg chg="mod">
          <ac:chgData name="유예나" userId="56804d69-2be5-4f9a-85f3-71ac819806f9" providerId="ADAL" clId="{58D894AC-7E04-41DB-A3C3-482DED13BEE6}" dt="2024-01-26T01:53:03.400" v="4728"/>
          <ac:spMkLst>
            <pc:docMk/>
            <pc:sldMk cId="972474781" sldId="1151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1:53:09.703" v="4731"/>
          <ac:spMkLst>
            <pc:docMk/>
            <pc:sldMk cId="972474781" sldId="1151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972474781" sldId="1151"/>
            <ac:spMk id="10" creationId="{E0B2CC00-062B-4B31-9F45-44F66D77E195}"/>
          </ac:spMkLst>
        </pc:spChg>
        <pc:picChg chg="del">
          <ac:chgData name="유예나" userId="56804d69-2be5-4f9a-85f3-71ac819806f9" providerId="ADAL" clId="{58D894AC-7E04-41DB-A3C3-482DED13BEE6}" dt="2024-01-26T01:53:44.439" v="4738" actId="478"/>
          <ac:picMkLst>
            <pc:docMk/>
            <pc:sldMk cId="972474781" sldId="1151"/>
            <ac:picMk id="8" creationId="{9152C4F5-AFB8-F4B1-8EC3-67D745F5AEE9}"/>
          </ac:picMkLst>
        </pc:picChg>
        <pc:picChg chg="add mod">
          <ac:chgData name="유예나" userId="56804d69-2be5-4f9a-85f3-71ac819806f9" providerId="ADAL" clId="{58D894AC-7E04-41DB-A3C3-482DED13BEE6}" dt="2024-01-26T01:55:02.589" v="4761" actId="1076"/>
          <ac:picMkLst>
            <pc:docMk/>
            <pc:sldMk cId="972474781" sldId="1151"/>
            <ac:picMk id="9" creationId="{BCE572A3-2AF3-A43D-87A4-D46E7E992444}"/>
          </ac:picMkLst>
        </pc:picChg>
        <pc:picChg chg="add mod modCrop">
          <ac:chgData name="유예나" userId="56804d69-2be5-4f9a-85f3-71ac819806f9" providerId="ADAL" clId="{58D894AC-7E04-41DB-A3C3-482DED13BEE6}" dt="2024-01-26T01:55:04.906" v="4762" actId="14100"/>
          <ac:picMkLst>
            <pc:docMk/>
            <pc:sldMk cId="972474781" sldId="1151"/>
            <ac:picMk id="12" creationId="{B8455EA2-4000-57B2-4C93-A287618673C6}"/>
          </ac:picMkLst>
        </pc:picChg>
      </pc:sldChg>
      <pc:sldChg chg="addSp delSp modSp add del mod">
        <pc:chgData name="유예나" userId="56804d69-2be5-4f9a-85f3-71ac819806f9" providerId="ADAL" clId="{58D894AC-7E04-41DB-A3C3-482DED13BEE6}" dt="2024-01-29T04:57:09.996" v="9372"/>
        <pc:sldMkLst>
          <pc:docMk/>
          <pc:sldMk cId="305826098" sldId="1152"/>
        </pc:sldMkLst>
        <pc:spChg chg="mod">
          <ac:chgData name="유예나" userId="56804d69-2be5-4f9a-85f3-71ac819806f9" providerId="ADAL" clId="{58D894AC-7E04-41DB-A3C3-482DED13BEE6}" dt="2024-01-26T01:55:28.619" v="4764"/>
          <ac:spMkLst>
            <pc:docMk/>
            <pc:sldMk cId="305826098" sldId="1152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1:55:40.813" v="4766"/>
          <ac:spMkLst>
            <pc:docMk/>
            <pc:sldMk cId="305826098" sldId="1152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305826098" sldId="1152"/>
            <ac:spMk id="8" creationId="{D5A86BBA-7A94-48CD-B535-19792F337EC2}"/>
          </ac:spMkLst>
        </pc:spChg>
        <pc:picChg chg="del">
          <ac:chgData name="유예나" userId="56804d69-2be5-4f9a-85f3-71ac819806f9" providerId="ADAL" clId="{58D894AC-7E04-41DB-A3C3-482DED13BEE6}" dt="2024-01-26T01:55:50.441" v="4770" actId="478"/>
          <ac:picMkLst>
            <pc:docMk/>
            <pc:sldMk cId="305826098" sldId="1152"/>
            <ac:picMk id="9" creationId="{B20FC457-4571-0ED6-6359-97A56B02E6BD}"/>
          </ac:picMkLst>
        </pc:picChg>
        <pc:picChg chg="add mod">
          <ac:chgData name="유예나" userId="56804d69-2be5-4f9a-85f3-71ac819806f9" providerId="ADAL" clId="{58D894AC-7E04-41DB-A3C3-482DED13BEE6}" dt="2024-01-26T01:56:02.372" v="4777" actId="1076"/>
          <ac:picMkLst>
            <pc:docMk/>
            <pc:sldMk cId="305826098" sldId="1152"/>
            <ac:picMk id="10" creationId="{C89A0C1C-ABDE-7599-9B2C-90D6982E104D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1200824645" sldId="1153"/>
        </pc:sldMkLst>
        <pc:spChg chg="mod">
          <ac:chgData name="유예나" userId="56804d69-2be5-4f9a-85f3-71ac819806f9" providerId="ADAL" clId="{58D894AC-7E04-41DB-A3C3-482DED13BEE6}" dt="2024-01-26T01:55:31.485" v="4765"/>
          <ac:spMkLst>
            <pc:docMk/>
            <pc:sldMk cId="1200824645" sldId="1153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1:55:42.268" v="4767"/>
          <ac:spMkLst>
            <pc:docMk/>
            <pc:sldMk cId="1200824645" sldId="1153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1200824645" sldId="1153"/>
            <ac:spMk id="10" creationId="{E0B2CC00-062B-4B31-9F45-44F66D77E195}"/>
          </ac:spMkLst>
        </pc:spChg>
        <pc:picChg chg="add mod">
          <ac:chgData name="유예나" userId="56804d69-2be5-4f9a-85f3-71ac819806f9" providerId="ADAL" clId="{58D894AC-7E04-41DB-A3C3-482DED13BEE6}" dt="2024-01-26T01:56:24.761" v="4783" actId="208"/>
          <ac:picMkLst>
            <pc:docMk/>
            <pc:sldMk cId="1200824645" sldId="1153"/>
            <ac:picMk id="8" creationId="{4441B696-3795-72FB-67C6-2B4D3F223DB8}"/>
          </ac:picMkLst>
        </pc:picChg>
        <pc:picChg chg="del">
          <ac:chgData name="유예나" userId="56804d69-2be5-4f9a-85f3-71ac819806f9" providerId="ADAL" clId="{58D894AC-7E04-41DB-A3C3-482DED13BEE6}" dt="2024-01-26T01:56:19.001" v="4778" actId="478"/>
          <ac:picMkLst>
            <pc:docMk/>
            <pc:sldMk cId="1200824645" sldId="1153"/>
            <ac:picMk id="9" creationId="{BCE572A3-2AF3-A43D-87A4-D46E7E992444}"/>
          </ac:picMkLst>
        </pc:picChg>
        <pc:picChg chg="del">
          <ac:chgData name="유예나" userId="56804d69-2be5-4f9a-85f3-71ac819806f9" providerId="ADAL" clId="{58D894AC-7E04-41DB-A3C3-482DED13BEE6}" dt="2024-01-26T01:56:19.632" v="4779" actId="478"/>
          <ac:picMkLst>
            <pc:docMk/>
            <pc:sldMk cId="1200824645" sldId="1153"/>
            <ac:picMk id="12" creationId="{B8455EA2-4000-57B2-4C93-A287618673C6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1683603760" sldId="1154"/>
        </pc:sldMkLst>
        <pc:spChg chg="mod">
          <ac:chgData name="유예나" userId="56804d69-2be5-4f9a-85f3-71ac819806f9" providerId="ADAL" clId="{58D894AC-7E04-41DB-A3C3-482DED13BEE6}" dt="2024-01-26T01:58:15.359" v="4798"/>
          <ac:spMkLst>
            <pc:docMk/>
            <pc:sldMk cId="1683603760" sldId="1154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1:58:32.653" v="4802" actId="404"/>
          <ac:spMkLst>
            <pc:docMk/>
            <pc:sldMk cId="1683603760" sldId="1154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1683603760" sldId="1154"/>
            <ac:spMk id="8" creationId="{D5A86BBA-7A94-48CD-B535-19792F337EC2}"/>
          </ac:spMkLst>
        </pc:spChg>
        <pc:picChg chg="add mod">
          <ac:chgData name="유예나" userId="56804d69-2be5-4f9a-85f3-71ac819806f9" providerId="ADAL" clId="{58D894AC-7E04-41DB-A3C3-482DED13BEE6}" dt="2024-01-26T01:57:52.955" v="4795" actId="1076"/>
          <ac:picMkLst>
            <pc:docMk/>
            <pc:sldMk cId="1683603760" sldId="1154"/>
            <ac:picMk id="9" creationId="{64D7D166-4576-2608-09E8-BC3337B88310}"/>
          </ac:picMkLst>
        </pc:picChg>
        <pc:picChg chg="del">
          <ac:chgData name="유예나" userId="56804d69-2be5-4f9a-85f3-71ac819806f9" providerId="ADAL" clId="{58D894AC-7E04-41DB-A3C3-482DED13BEE6}" dt="2024-01-26T01:57:39.721" v="4787" actId="478"/>
          <ac:picMkLst>
            <pc:docMk/>
            <pc:sldMk cId="1683603760" sldId="1154"/>
            <ac:picMk id="10" creationId="{C89A0C1C-ABDE-7599-9B2C-90D6982E104D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1823643013" sldId="1155"/>
        </pc:sldMkLst>
        <pc:spChg chg="mod">
          <ac:chgData name="유예나" userId="56804d69-2be5-4f9a-85f3-71ac819806f9" providerId="ADAL" clId="{58D894AC-7E04-41DB-A3C3-482DED13BEE6}" dt="2024-01-26T01:58:17.764" v="4799"/>
          <ac:spMkLst>
            <pc:docMk/>
            <pc:sldMk cId="1823643013" sldId="1155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1:58:21.452" v="4800"/>
          <ac:spMkLst>
            <pc:docMk/>
            <pc:sldMk cId="1823643013" sldId="1155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1823643013" sldId="1155"/>
            <ac:spMk id="10" creationId="{E0B2CC00-062B-4B31-9F45-44F66D77E195}"/>
          </ac:spMkLst>
        </pc:spChg>
        <pc:picChg chg="del">
          <ac:chgData name="유예나" userId="56804d69-2be5-4f9a-85f3-71ac819806f9" providerId="ADAL" clId="{58D894AC-7E04-41DB-A3C3-482DED13BEE6}" dt="2024-01-26T01:58:12.023" v="4797" actId="478"/>
          <ac:picMkLst>
            <pc:docMk/>
            <pc:sldMk cId="1823643013" sldId="1155"/>
            <ac:picMk id="8" creationId="{4441B696-3795-72FB-67C6-2B4D3F223DB8}"/>
          </ac:picMkLst>
        </pc:picChg>
        <pc:picChg chg="add mod">
          <ac:chgData name="유예나" userId="56804d69-2be5-4f9a-85f3-71ac819806f9" providerId="ADAL" clId="{58D894AC-7E04-41DB-A3C3-482DED13BEE6}" dt="2024-01-26T01:58:51.575" v="4811" actId="1076"/>
          <ac:picMkLst>
            <pc:docMk/>
            <pc:sldMk cId="1823643013" sldId="1155"/>
            <ac:picMk id="9" creationId="{D63BE3AE-F2A9-EB12-1A85-645EDA06DF77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2562245623" sldId="1156"/>
        </pc:sldMkLst>
        <pc:spChg chg="mod">
          <ac:chgData name="유예나" userId="56804d69-2be5-4f9a-85f3-71ac819806f9" providerId="ADAL" clId="{58D894AC-7E04-41DB-A3C3-482DED13BEE6}" dt="2024-01-26T02:00:05.370" v="4816"/>
          <ac:spMkLst>
            <pc:docMk/>
            <pc:sldMk cId="2562245623" sldId="1156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00:11.591" v="4819"/>
          <ac:spMkLst>
            <pc:docMk/>
            <pc:sldMk cId="2562245623" sldId="1156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2562245623" sldId="1156"/>
            <ac:spMk id="8" creationId="{D5A86BBA-7A94-48CD-B535-19792F337EC2}"/>
          </ac:spMkLst>
        </pc:spChg>
        <pc:picChg chg="del">
          <ac:chgData name="유예나" userId="56804d69-2be5-4f9a-85f3-71ac819806f9" providerId="ADAL" clId="{58D894AC-7E04-41DB-A3C3-482DED13BEE6}" dt="2024-01-26T02:00:33.201" v="4820" actId="478"/>
          <ac:picMkLst>
            <pc:docMk/>
            <pc:sldMk cId="2562245623" sldId="1156"/>
            <ac:picMk id="9" creationId="{64D7D166-4576-2608-09E8-BC3337B88310}"/>
          </ac:picMkLst>
        </pc:picChg>
        <pc:picChg chg="add mod">
          <ac:chgData name="유예나" userId="56804d69-2be5-4f9a-85f3-71ac819806f9" providerId="ADAL" clId="{58D894AC-7E04-41DB-A3C3-482DED13BEE6}" dt="2024-01-26T02:00:56.747" v="4838" actId="1076"/>
          <ac:picMkLst>
            <pc:docMk/>
            <pc:sldMk cId="2562245623" sldId="1156"/>
            <ac:picMk id="10" creationId="{376EBC24-46F0-F589-60C9-408E7772FE8E}"/>
          </ac:picMkLst>
        </pc:picChg>
        <pc:picChg chg="add mod">
          <ac:chgData name="유예나" userId="56804d69-2be5-4f9a-85f3-71ac819806f9" providerId="ADAL" clId="{58D894AC-7E04-41DB-A3C3-482DED13BEE6}" dt="2024-01-26T02:00:55.801" v="4837" actId="1076"/>
          <ac:picMkLst>
            <pc:docMk/>
            <pc:sldMk cId="2562245623" sldId="1156"/>
            <ac:picMk id="12" creationId="{AA53FDD4-F697-440A-589A-B007FDE6673C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682755460" sldId="1157"/>
        </pc:sldMkLst>
        <pc:spChg chg="mod">
          <ac:chgData name="유예나" userId="56804d69-2be5-4f9a-85f3-71ac819806f9" providerId="ADAL" clId="{58D894AC-7E04-41DB-A3C3-482DED13BEE6}" dt="2024-01-26T02:00:06.934" v="4817"/>
          <ac:spMkLst>
            <pc:docMk/>
            <pc:sldMk cId="682755460" sldId="1157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00:09.553" v="4818"/>
          <ac:spMkLst>
            <pc:docMk/>
            <pc:sldMk cId="682755460" sldId="1157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682755460" sldId="1157"/>
            <ac:spMk id="10" creationId="{E0B2CC00-062B-4B31-9F45-44F66D77E195}"/>
          </ac:spMkLst>
        </pc:spChg>
        <pc:spChg chg="add del">
          <ac:chgData name="유예나" userId="56804d69-2be5-4f9a-85f3-71ac819806f9" providerId="ADAL" clId="{58D894AC-7E04-41DB-A3C3-482DED13BEE6}" dt="2024-01-26T02:05:24.250" v="4880" actId="22"/>
          <ac:spMkLst>
            <pc:docMk/>
            <pc:sldMk cId="682755460" sldId="1157"/>
            <ac:spMk id="12" creationId="{31123EC0-2DDF-8B15-35EA-DC07385C9A6F}"/>
          </ac:spMkLst>
        </pc:spChg>
        <pc:picChg chg="add mod">
          <ac:chgData name="유예나" userId="56804d69-2be5-4f9a-85f3-71ac819806f9" providerId="ADAL" clId="{58D894AC-7E04-41DB-A3C3-482DED13BEE6}" dt="2024-01-26T02:01:45.078" v="4847" actId="208"/>
          <ac:picMkLst>
            <pc:docMk/>
            <pc:sldMk cId="682755460" sldId="1157"/>
            <ac:picMk id="8" creationId="{D48F94E0-2B2B-B447-F930-AD015E23BD53}"/>
          </ac:picMkLst>
        </pc:picChg>
        <pc:picChg chg="del">
          <ac:chgData name="유예나" userId="56804d69-2be5-4f9a-85f3-71ac819806f9" providerId="ADAL" clId="{58D894AC-7E04-41DB-A3C3-482DED13BEE6}" dt="2024-01-26T02:01:06.339" v="4839" actId="478"/>
          <ac:picMkLst>
            <pc:docMk/>
            <pc:sldMk cId="682755460" sldId="1157"/>
            <ac:picMk id="9" creationId="{D63BE3AE-F2A9-EB12-1A85-645EDA06DF77}"/>
          </ac:picMkLst>
        </pc:picChg>
      </pc:sldChg>
      <pc:sldChg chg="modSp new add del mod ord">
        <pc:chgData name="유예나" userId="56804d69-2be5-4f9a-85f3-71ac819806f9" providerId="ADAL" clId="{58D894AC-7E04-41DB-A3C3-482DED13BEE6}" dt="2024-01-26T02:05:10.832" v="4875" actId="47"/>
        <pc:sldMkLst>
          <pc:docMk/>
          <pc:sldMk cId="3885881532" sldId="1158"/>
        </pc:sldMkLst>
        <pc:spChg chg="mod">
          <ac:chgData name="유예나" userId="56804d69-2be5-4f9a-85f3-71ac819806f9" providerId="ADAL" clId="{58D894AC-7E04-41DB-A3C3-482DED13BEE6}" dt="2024-01-26T02:03:45.471" v="4866" actId="20577"/>
          <ac:spMkLst>
            <pc:docMk/>
            <pc:sldMk cId="3885881532" sldId="1158"/>
            <ac:spMk id="3" creationId="{CB0C2872-725C-B0BD-5A10-C762DDD13E71}"/>
          </ac:spMkLst>
        </pc:spChg>
      </pc:sldChg>
      <pc:sldChg chg="add del">
        <pc:chgData name="유예나" userId="56804d69-2be5-4f9a-85f3-71ac819806f9" providerId="ADAL" clId="{58D894AC-7E04-41DB-A3C3-482DED13BEE6}" dt="2024-01-26T02:04:38.080" v="4868" actId="47"/>
        <pc:sldMkLst>
          <pc:docMk/>
          <pc:sldMk cId="1760408449" sldId="1159"/>
        </pc:sldMkLst>
      </pc:sldChg>
      <pc:sldChg chg="delSp modSp add del mod">
        <pc:chgData name="유예나" userId="56804d69-2be5-4f9a-85f3-71ac819806f9" providerId="ADAL" clId="{58D894AC-7E04-41DB-A3C3-482DED13BEE6}" dt="2024-01-26T02:05:32.084" v="4883" actId="47"/>
        <pc:sldMkLst>
          <pc:docMk/>
          <pc:sldMk cId="3184352651" sldId="1159"/>
        </pc:sldMkLst>
        <pc:spChg chg="mod">
          <ac:chgData name="유예나" userId="56804d69-2be5-4f9a-85f3-71ac819806f9" providerId="ADAL" clId="{58D894AC-7E04-41DB-A3C3-482DED13BEE6}" dt="2024-01-26T02:05:15.567" v="4876"/>
          <ac:spMkLst>
            <pc:docMk/>
            <pc:sldMk cId="3184352651" sldId="1159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05:18.228" v="4877"/>
          <ac:spMkLst>
            <pc:docMk/>
            <pc:sldMk cId="3184352651" sldId="1159"/>
            <ac:spMk id="4" creationId="{4058C1A1-806B-4836-BE0C-90CAABEF4277}"/>
          </ac:spMkLst>
        </pc:spChg>
        <pc:picChg chg="del">
          <ac:chgData name="유예나" userId="56804d69-2be5-4f9a-85f3-71ac819806f9" providerId="ADAL" clId="{58D894AC-7E04-41DB-A3C3-482DED13BEE6}" dt="2024-01-26T02:05:19.035" v="4878" actId="478"/>
          <ac:picMkLst>
            <pc:docMk/>
            <pc:sldMk cId="3184352651" sldId="1159"/>
            <ac:picMk id="8" creationId="{D48F94E0-2B2B-B447-F930-AD015E23BD53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2680392553" sldId="1160"/>
        </pc:sldMkLst>
        <pc:spChg chg="mod">
          <ac:chgData name="유예나" userId="56804d69-2be5-4f9a-85f3-71ac819806f9" providerId="ADAL" clId="{58D894AC-7E04-41DB-A3C3-482DED13BEE6}" dt="2024-01-26T02:05:37.352" v="4884"/>
          <ac:spMkLst>
            <pc:docMk/>
            <pc:sldMk cId="2680392553" sldId="1160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09:24.440" v="4961" actId="403"/>
          <ac:spMkLst>
            <pc:docMk/>
            <pc:sldMk cId="2680392553" sldId="1160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2680392553" sldId="1160"/>
            <ac:spMk id="8" creationId="{D5A86BBA-7A94-48CD-B535-19792F337EC2}"/>
          </ac:spMkLst>
        </pc:spChg>
        <pc:picChg chg="add mod">
          <ac:chgData name="유예나" userId="56804d69-2be5-4f9a-85f3-71ac819806f9" providerId="ADAL" clId="{58D894AC-7E04-41DB-A3C3-482DED13BEE6}" dt="2024-01-26T02:07:16.441" v="4922" actId="1076"/>
          <ac:picMkLst>
            <pc:docMk/>
            <pc:sldMk cId="2680392553" sldId="1160"/>
            <ac:picMk id="9" creationId="{1F219176-4C3F-044E-128B-011097D55762}"/>
          </ac:picMkLst>
        </pc:picChg>
        <pc:picChg chg="del">
          <ac:chgData name="유예나" userId="56804d69-2be5-4f9a-85f3-71ac819806f9" providerId="ADAL" clId="{58D894AC-7E04-41DB-A3C3-482DED13BEE6}" dt="2024-01-26T02:05:49.618" v="4888" actId="478"/>
          <ac:picMkLst>
            <pc:docMk/>
            <pc:sldMk cId="2680392553" sldId="1160"/>
            <ac:picMk id="10" creationId="{376EBC24-46F0-F589-60C9-408E7772FE8E}"/>
          </ac:picMkLst>
        </pc:picChg>
        <pc:picChg chg="del">
          <ac:chgData name="유예나" userId="56804d69-2be5-4f9a-85f3-71ac819806f9" providerId="ADAL" clId="{58D894AC-7E04-41DB-A3C3-482DED13BEE6}" dt="2024-01-26T02:05:49.982" v="4889" actId="478"/>
          <ac:picMkLst>
            <pc:docMk/>
            <pc:sldMk cId="2680392553" sldId="1160"/>
            <ac:picMk id="12" creationId="{AA53FDD4-F697-440A-589A-B007FDE6673C}"/>
          </ac:picMkLst>
        </pc:picChg>
        <pc:picChg chg="add mod">
          <ac:chgData name="유예나" userId="56804d69-2be5-4f9a-85f3-71ac819806f9" providerId="ADAL" clId="{58D894AC-7E04-41DB-A3C3-482DED13BEE6}" dt="2024-01-26T02:07:21.624" v="4927" actId="14100"/>
          <ac:picMkLst>
            <pc:docMk/>
            <pc:sldMk cId="2680392553" sldId="1160"/>
            <ac:picMk id="13" creationId="{BA12D328-16F8-F2BE-F21D-41B74E252723}"/>
          </ac:picMkLst>
        </pc:picChg>
        <pc:picChg chg="add mod">
          <ac:chgData name="유예나" userId="56804d69-2be5-4f9a-85f3-71ac819806f9" providerId="ADAL" clId="{58D894AC-7E04-41DB-A3C3-482DED13BEE6}" dt="2024-01-26T02:07:14.867" v="4921" actId="1076"/>
          <ac:picMkLst>
            <pc:docMk/>
            <pc:sldMk cId="2680392553" sldId="1160"/>
            <ac:picMk id="15" creationId="{11F429E3-3C31-3454-E04B-7CB31841979A}"/>
          </ac:picMkLst>
        </pc:picChg>
        <pc:picChg chg="add mod modCrop">
          <ac:chgData name="유예나" userId="56804d69-2be5-4f9a-85f3-71ac819806f9" providerId="ADAL" clId="{58D894AC-7E04-41DB-A3C3-482DED13BEE6}" dt="2024-01-26T02:07:47.005" v="4940" actId="1076"/>
          <ac:picMkLst>
            <pc:docMk/>
            <pc:sldMk cId="2680392553" sldId="1160"/>
            <ac:picMk id="17" creationId="{AF0A4772-DBA7-90BF-E0FA-E0D7CB224063}"/>
          </ac:picMkLst>
        </pc:picChg>
      </pc:sldChg>
      <pc:sldChg chg="modSp add del mod">
        <pc:chgData name="유예나" userId="56804d69-2be5-4f9a-85f3-71ac819806f9" providerId="ADAL" clId="{58D894AC-7E04-41DB-A3C3-482DED13BEE6}" dt="2024-01-26T02:06:59.212" v="4914" actId="47"/>
        <pc:sldMkLst>
          <pc:docMk/>
          <pc:sldMk cId="611045925" sldId="1161"/>
        </pc:sldMkLst>
        <pc:spChg chg="mod">
          <ac:chgData name="유예나" userId="56804d69-2be5-4f9a-85f3-71ac819806f9" providerId="ADAL" clId="{58D894AC-7E04-41DB-A3C3-482DED13BEE6}" dt="2024-01-26T02:05:38.651" v="4885"/>
          <ac:spMkLst>
            <pc:docMk/>
            <pc:sldMk cId="611045925" sldId="1161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05:42.903" v="4887"/>
          <ac:spMkLst>
            <pc:docMk/>
            <pc:sldMk cId="611045925" sldId="1161"/>
            <ac:spMk id="4" creationId="{4058C1A1-806B-4836-BE0C-90CAABEF4277}"/>
          </ac:spMkLst>
        </pc:spChg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2712965967" sldId="1161"/>
        </pc:sldMkLst>
        <pc:spChg chg="mod">
          <ac:chgData name="유예나" userId="56804d69-2be5-4f9a-85f3-71ac819806f9" providerId="ADAL" clId="{58D894AC-7E04-41DB-A3C3-482DED13BEE6}" dt="2024-01-26T02:08:49.248" v="4948"/>
          <ac:spMkLst>
            <pc:docMk/>
            <pc:sldMk cId="2712965967" sldId="1161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09:20.240" v="4960" actId="403"/>
          <ac:spMkLst>
            <pc:docMk/>
            <pc:sldMk cId="2712965967" sldId="1161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2712965967" sldId="1161"/>
            <ac:spMk id="8" creationId="{D5A86BBA-7A94-48CD-B535-19792F337EC2}"/>
          </ac:spMkLst>
        </pc:spChg>
        <pc:picChg chg="add mod">
          <ac:chgData name="유예나" userId="56804d69-2be5-4f9a-85f3-71ac819806f9" providerId="ADAL" clId="{58D894AC-7E04-41DB-A3C3-482DED13BEE6}" dt="2024-01-26T02:11:05.841" v="5004" actId="1076"/>
          <ac:picMkLst>
            <pc:docMk/>
            <pc:sldMk cId="2712965967" sldId="1161"/>
            <ac:picMk id="9" creationId="{3886E007-FADB-0274-B60B-E662BC97C85A}"/>
          </ac:picMkLst>
        </pc:picChg>
        <pc:picChg chg="del">
          <ac:chgData name="유예나" userId="56804d69-2be5-4f9a-85f3-71ac819806f9" providerId="ADAL" clId="{58D894AC-7E04-41DB-A3C3-482DED13BEE6}" dt="2024-01-26T02:09:04.830" v="4952" actId="478"/>
          <ac:picMkLst>
            <pc:docMk/>
            <pc:sldMk cId="2712965967" sldId="1161"/>
            <ac:picMk id="10" creationId="{376EBC24-46F0-F589-60C9-408E7772FE8E}"/>
          </ac:picMkLst>
        </pc:picChg>
        <pc:picChg chg="del">
          <ac:chgData name="유예나" userId="56804d69-2be5-4f9a-85f3-71ac819806f9" providerId="ADAL" clId="{58D894AC-7E04-41DB-A3C3-482DED13BEE6}" dt="2024-01-26T02:09:04.830" v="4952" actId="478"/>
          <ac:picMkLst>
            <pc:docMk/>
            <pc:sldMk cId="2712965967" sldId="1161"/>
            <ac:picMk id="12" creationId="{AA53FDD4-F697-440A-589A-B007FDE6673C}"/>
          </ac:picMkLst>
        </pc:picChg>
        <pc:picChg chg="add mod">
          <ac:chgData name="유예나" userId="56804d69-2be5-4f9a-85f3-71ac819806f9" providerId="ADAL" clId="{58D894AC-7E04-41DB-A3C3-482DED13BEE6}" dt="2024-01-26T02:11:05.841" v="5004" actId="1076"/>
          <ac:picMkLst>
            <pc:docMk/>
            <pc:sldMk cId="2712965967" sldId="1161"/>
            <ac:picMk id="13" creationId="{2971FF3E-7A56-CCA3-7CA5-E4842FB42A51}"/>
          </ac:picMkLst>
        </pc:picChg>
        <pc:picChg chg="add mod">
          <ac:chgData name="유예나" userId="56804d69-2be5-4f9a-85f3-71ac819806f9" providerId="ADAL" clId="{58D894AC-7E04-41DB-A3C3-482DED13BEE6}" dt="2024-01-26T02:11:05.841" v="5004" actId="1076"/>
          <ac:picMkLst>
            <pc:docMk/>
            <pc:sldMk cId="2712965967" sldId="1161"/>
            <ac:picMk id="15" creationId="{96300B45-0F66-5A40-ABA5-4288441D35BA}"/>
          </ac:picMkLst>
        </pc:picChg>
        <pc:picChg chg="add del">
          <ac:chgData name="유예나" userId="56804d69-2be5-4f9a-85f3-71ac819806f9" providerId="ADAL" clId="{58D894AC-7E04-41DB-A3C3-482DED13BEE6}" dt="2024-01-26T02:17:10.841" v="5006" actId="22"/>
          <ac:picMkLst>
            <pc:docMk/>
            <pc:sldMk cId="2712965967" sldId="1161"/>
            <ac:picMk id="17" creationId="{400F3DAC-59CE-2C4D-4ED2-2EF69746FC3D}"/>
          </ac:picMkLst>
        </pc:picChg>
      </pc:sldChg>
      <pc:sldChg chg="new del">
        <pc:chgData name="유예나" userId="56804d69-2be5-4f9a-85f3-71ac819806f9" providerId="ADAL" clId="{58D894AC-7E04-41DB-A3C3-482DED13BEE6}" dt="2024-01-26T02:08:11.770" v="4943" actId="47"/>
        <pc:sldMkLst>
          <pc:docMk/>
          <pc:sldMk cId="3073298501" sldId="1161"/>
        </pc:sldMkLst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231525656" sldId="1162"/>
        </pc:sldMkLst>
        <pc:spChg chg="mod">
          <ac:chgData name="유예나" userId="56804d69-2be5-4f9a-85f3-71ac819806f9" providerId="ADAL" clId="{58D894AC-7E04-41DB-A3C3-482DED13BEE6}" dt="2024-01-26T02:08:50.620" v="4949"/>
          <ac:spMkLst>
            <pc:docMk/>
            <pc:sldMk cId="231525656" sldId="1162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08:56.156" v="4951"/>
          <ac:spMkLst>
            <pc:docMk/>
            <pc:sldMk cId="231525656" sldId="1162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231525656" sldId="1162"/>
            <ac:spMk id="10" creationId="{E0B2CC00-062B-4B31-9F45-44F66D77E195}"/>
          </ac:spMkLst>
        </pc:spChg>
        <pc:spChg chg="add mod">
          <ac:chgData name="유예나" userId="56804d69-2be5-4f9a-85f3-71ac819806f9" providerId="ADAL" clId="{58D894AC-7E04-41DB-A3C3-482DED13BEE6}" dt="2024-01-26T02:20:01.539" v="5317"/>
          <ac:spMkLst>
            <pc:docMk/>
            <pc:sldMk cId="231525656" sldId="1162"/>
            <ac:spMk id="11" creationId="{368E8D4F-53EA-B5D5-D7E7-E7854C9BBF3B}"/>
          </ac:spMkLst>
        </pc:spChg>
        <pc:picChg chg="del">
          <ac:chgData name="유예나" userId="56804d69-2be5-4f9a-85f3-71ac819806f9" providerId="ADAL" clId="{58D894AC-7E04-41DB-A3C3-482DED13BEE6}" dt="2024-01-26T02:09:45.001" v="4962" actId="478"/>
          <ac:picMkLst>
            <pc:docMk/>
            <pc:sldMk cId="231525656" sldId="1162"/>
            <ac:picMk id="8" creationId="{D48F94E0-2B2B-B447-F930-AD015E23BD53}"/>
          </ac:picMkLst>
        </pc:picChg>
        <pc:picChg chg="add mod">
          <ac:chgData name="유예나" userId="56804d69-2be5-4f9a-85f3-71ac819806f9" providerId="ADAL" clId="{58D894AC-7E04-41DB-A3C3-482DED13BEE6}" dt="2024-01-26T02:09:51.831" v="4968" actId="1076"/>
          <ac:picMkLst>
            <pc:docMk/>
            <pc:sldMk cId="231525656" sldId="1162"/>
            <ac:picMk id="9" creationId="{D93BE782-EF42-8AAD-A0EB-C9052804A0C4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6T02:22:31.600" v="5377" actId="20577"/>
        <pc:sldMkLst>
          <pc:docMk/>
          <pc:sldMk cId="2744817805" sldId="1163"/>
        </pc:sldMkLst>
        <pc:spChg chg="mod">
          <ac:chgData name="유예나" userId="56804d69-2be5-4f9a-85f3-71ac819806f9" providerId="ADAL" clId="{58D894AC-7E04-41DB-A3C3-482DED13BEE6}" dt="2024-01-26T02:17:37.625" v="5017"/>
          <ac:spMkLst>
            <pc:docMk/>
            <pc:sldMk cId="2744817805" sldId="1163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6T02:18:00.024" v="5024" actId="20577"/>
          <ac:spMkLst>
            <pc:docMk/>
            <pc:sldMk cId="2744817805" sldId="1163"/>
            <ac:spMk id="8" creationId="{D5A86BBA-7A94-48CD-B535-19792F337EC2}"/>
          </ac:spMkLst>
        </pc:spChg>
        <pc:spChg chg="add del">
          <ac:chgData name="유예나" userId="56804d69-2be5-4f9a-85f3-71ac819806f9" providerId="ADAL" clId="{58D894AC-7E04-41DB-A3C3-482DED13BEE6}" dt="2024-01-26T02:17:35.654" v="5016" actId="22"/>
          <ac:spMkLst>
            <pc:docMk/>
            <pc:sldMk cId="2744817805" sldId="1163"/>
            <ac:spMk id="12" creationId="{8EAD49EB-5882-42FD-983C-97E1C3F931DA}"/>
          </ac:spMkLst>
        </pc:spChg>
        <pc:spChg chg="mod">
          <ac:chgData name="유예나" userId="56804d69-2be5-4f9a-85f3-71ac819806f9" providerId="ADAL" clId="{58D894AC-7E04-41DB-A3C3-482DED13BEE6}" dt="2024-01-26T02:18:05.192" v="5025"/>
          <ac:spMkLst>
            <pc:docMk/>
            <pc:sldMk cId="2744817805" sldId="1163"/>
            <ac:spMk id="16" creationId="{F734A0AD-5193-98A9-044F-1715A9AB7EEB}"/>
          </ac:spMkLst>
        </pc:spChg>
        <pc:spChg chg="mod">
          <ac:chgData name="유예나" userId="56804d69-2be5-4f9a-85f3-71ac819806f9" providerId="ADAL" clId="{58D894AC-7E04-41DB-A3C3-482DED13BEE6}" dt="2024-01-26T02:20:29.182" v="5328"/>
          <ac:spMkLst>
            <pc:docMk/>
            <pc:sldMk cId="2744817805" sldId="1163"/>
            <ac:spMk id="17" creationId="{287CAE0F-BCC2-6047-9A3D-49DD9CA5BECF}"/>
          </ac:spMkLst>
        </pc:spChg>
        <pc:spChg chg="mod">
          <ac:chgData name="유예나" userId="56804d69-2be5-4f9a-85f3-71ac819806f9" providerId="ADAL" clId="{58D894AC-7E04-41DB-A3C3-482DED13BEE6}" dt="2024-01-26T02:19:01.100" v="5061"/>
          <ac:spMkLst>
            <pc:docMk/>
            <pc:sldMk cId="2744817805" sldId="1163"/>
            <ac:spMk id="19" creationId="{C5623ED2-0F2E-A45D-EA29-BF21E2C29E57}"/>
          </ac:spMkLst>
        </pc:spChg>
        <pc:spChg chg="mod">
          <ac:chgData name="유예나" userId="56804d69-2be5-4f9a-85f3-71ac819806f9" providerId="ADAL" clId="{58D894AC-7E04-41DB-A3C3-482DED13BEE6}" dt="2024-01-26T02:22:31.600" v="5377" actId="20577"/>
          <ac:spMkLst>
            <pc:docMk/>
            <pc:sldMk cId="2744817805" sldId="1163"/>
            <ac:spMk id="20" creationId="{A5A2FB40-DC7D-C5D1-6740-A286C89178F6}"/>
          </ac:spMkLst>
        </pc:spChg>
        <pc:spChg chg="add mod">
          <ac:chgData name="유예나" userId="56804d69-2be5-4f9a-85f3-71ac819806f9" providerId="ADAL" clId="{58D894AC-7E04-41DB-A3C3-482DED13BEE6}" dt="2024-01-26T02:20:13.184" v="5326" actId="1036"/>
          <ac:spMkLst>
            <pc:docMk/>
            <pc:sldMk cId="2744817805" sldId="1163"/>
            <ac:spMk id="21" creationId="{FED94265-23A0-8E72-44FD-178770AD92ED}"/>
          </ac:spMkLst>
        </pc:spChg>
        <pc:grpChg chg="add mod">
          <ac:chgData name="유예나" userId="56804d69-2be5-4f9a-85f3-71ac819806f9" providerId="ADAL" clId="{58D894AC-7E04-41DB-A3C3-482DED13BEE6}" dt="2024-01-26T02:20:33.858" v="5329" actId="1076"/>
          <ac:grpSpMkLst>
            <pc:docMk/>
            <pc:sldMk cId="2744817805" sldId="1163"/>
            <ac:grpSpMk id="14" creationId="{6C810267-1122-9E61-39A9-61EB03A6FAB9}"/>
          </ac:grpSpMkLst>
        </pc:grpChg>
        <pc:grpChg chg="add mod">
          <ac:chgData name="유예나" userId="56804d69-2be5-4f9a-85f3-71ac819806f9" providerId="ADAL" clId="{58D894AC-7E04-41DB-A3C3-482DED13BEE6}" dt="2024-01-26T02:19:01.100" v="5061"/>
          <ac:grpSpMkLst>
            <pc:docMk/>
            <pc:sldMk cId="2744817805" sldId="1163"/>
            <ac:grpSpMk id="18" creationId="{58FA615F-6F94-E24B-8E1D-A73E66D0DE7A}"/>
          </ac:grpSpMkLst>
        </pc:grpChg>
        <pc:picChg chg="del">
          <ac:chgData name="유예나" userId="56804d69-2be5-4f9a-85f3-71ac819806f9" providerId="ADAL" clId="{58D894AC-7E04-41DB-A3C3-482DED13BEE6}" dt="2024-01-26T02:17:14.022" v="5008" actId="478"/>
          <ac:picMkLst>
            <pc:docMk/>
            <pc:sldMk cId="2744817805" sldId="1163"/>
            <ac:picMk id="9" creationId="{3886E007-FADB-0274-B60B-E662BC97C85A}"/>
          </ac:picMkLst>
        </pc:picChg>
        <pc:picChg chg="add mod">
          <ac:chgData name="유예나" userId="56804d69-2be5-4f9a-85f3-71ac819806f9" providerId="ADAL" clId="{58D894AC-7E04-41DB-A3C3-482DED13BEE6}" dt="2024-01-26T02:17:28.177" v="5014" actId="208"/>
          <ac:picMkLst>
            <pc:docMk/>
            <pc:sldMk cId="2744817805" sldId="1163"/>
            <ac:picMk id="10" creationId="{16A964CC-D6F0-1B8A-2A2E-A02B9E7EEB12}"/>
          </ac:picMkLst>
        </pc:picChg>
        <pc:picChg chg="del">
          <ac:chgData name="유예나" userId="56804d69-2be5-4f9a-85f3-71ac819806f9" providerId="ADAL" clId="{58D894AC-7E04-41DB-A3C3-482DED13BEE6}" dt="2024-01-26T02:17:14.327" v="5009" actId="478"/>
          <ac:picMkLst>
            <pc:docMk/>
            <pc:sldMk cId="2744817805" sldId="1163"/>
            <ac:picMk id="13" creationId="{2971FF3E-7A56-CCA3-7CA5-E4842FB42A51}"/>
          </ac:picMkLst>
        </pc:picChg>
        <pc:picChg chg="del">
          <ac:chgData name="유예나" userId="56804d69-2be5-4f9a-85f3-71ac819806f9" providerId="ADAL" clId="{58D894AC-7E04-41DB-A3C3-482DED13BEE6}" dt="2024-01-26T02:17:14.754" v="5010" actId="478"/>
          <ac:picMkLst>
            <pc:docMk/>
            <pc:sldMk cId="2744817805" sldId="1163"/>
            <ac:picMk id="15" creationId="{96300B45-0F66-5A40-ABA5-4288441D35BA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3283538578" sldId="1164"/>
        </pc:sldMkLst>
        <pc:spChg chg="mod">
          <ac:chgData name="유예나" userId="56804d69-2be5-4f9a-85f3-71ac819806f9" providerId="ADAL" clId="{58D894AC-7E04-41DB-A3C3-482DED13BEE6}" dt="2024-01-26T02:26:09.503" v="5383"/>
          <ac:spMkLst>
            <pc:docMk/>
            <pc:sldMk cId="3283538578" sldId="1164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26:17.963" v="5387"/>
          <ac:spMkLst>
            <pc:docMk/>
            <pc:sldMk cId="3283538578" sldId="1164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3283538578" sldId="1164"/>
            <ac:spMk id="8" creationId="{D5A86BBA-7A94-48CD-B535-19792F337EC2}"/>
          </ac:spMkLst>
        </pc:spChg>
        <pc:picChg chg="del">
          <ac:chgData name="유예나" userId="56804d69-2be5-4f9a-85f3-71ac819806f9" providerId="ADAL" clId="{58D894AC-7E04-41DB-A3C3-482DED13BEE6}" dt="2024-01-26T02:26:41.002" v="5389" actId="478"/>
          <ac:picMkLst>
            <pc:docMk/>
            <pc:sldMk cId="3283538578" sldId="1164"/>
            <ac:picMk id="9" creationId="{3886E007-FADB-0274-B60B-E662BC97C85A}"/>
          </ac:picMkLst>
        </pc:picChg>
        <pc:picChg chg="add mod">
          <ac:chgData name="유예나" userId="56804d69-2be5-4f9a-85f3-71ac819806f9" providerId="ADAL" clId="{58D894AC-7E04-41DB-A3C3-482DED13BEE6}" dt="2024-01-26T02:27:57.350" v="5419" actId="1076"/>
          <ac:picMkLst>
            <pc:docMk/>
            <pc:sldMk cId="3283538578" sldId="1164"/>
            <ac:picMk id="10" creationId="{1543848A-4B7F-0D19-3161-1C91E7676429}"/>
          </ac:picMkLst>
        </pc:picChg>
        <pc:picChg chg="add mod">
          <ac:chgData name="유예나" userId="56804d69-2be5-4f9a-85f3-71ac819806f9" providerId="ADAL" clId="{58D894AC-7E04-41DB-A3C3-482DED13BEE6}" dt="2024-01-26T02:27:57.350" v="5419" actId="1076"/>
          <ac:picMkLst>
            <pc:docMk/>
            <pc:sldMk cId="3283538578" sldId="1164"/>
            <ac:picMk id="12" creationId="{EA5B6D86-738C-48EA-E8A2-62A6CC6BB48A}"/>
          </ac:picMkLst>
        </pc:picChg>
        <pc:picChg chg="del">
          <ac:chgData name="유예나" userId="56804d69-2be5-4f9a-85f3-71ac819806f9" providerId="ADAL" clId="{58D894AC-7E04-41DB-A3C3-482DED13BEE6}" dt="2024-01-26T02:26:41.002" v="5389" actId="478"/>
          <ac:picMkLst>
            <pc:docMk/>
            <pc:sldMk cId="3283538578" sldId="1164"/>
            <ac:picMk id="13" creationId="{2971FF3E-7A56-CCA3-7CA5-E4842FB42A51}"/>
          </ac:picMkLst>
        </pc:picChg>
        <pc:picChg chg="del">
          <ac:chgData name="유예나" userId="56804d69-2be5-4f9a-85f3-71ac819806f9" providerId="ADAL" clId="{58D894AC-7E04-41DB-A3C3-482DED13BEE6}" dt="2024-01-26T02:26:41.002" v="5389" actId="478"/>
          <ac:picMkLst>
            <pc:docMk/>
            <pc:sldMk cId="3283538578" sldId="1164"/>
            <ac:picMk id="15" creationId="{96300B45-0F66-5A40-ABA5-4288441D35BA}"/>
          </ac:picMkLst>
        </pc:picChg>
      </pc:sldChg>
      <pc:sldChg chg="modSp add del mod">
        <pc:chgData name="유예나" userId="56804d69-2be5-4f9a-85f3-71ac819806f9" providerId="ADAL" clId="{58D894AC-7E04-41DB-A3C3-482DED13BEE6}" dt="2024-01-26T02:26:13.646" v="5386" actId="47"/>
        <pc:sldMkLst>
          <pc:docMk/>
          <pc:sldMk cId="279932508" sldId="1165"/>
        </pc:sldMkLst>
        <pc:spChg chg="mod">
          <ac:chgData name="유예나" userId="56804d69-2be5-4f9a-85f3-71ac819806f9" providerId="ADAL" clId="{58D894AC-7E04-41DB-A3C3-482DED13BEE6}" dt="2024-01-26T02:26:11.062" v="5384"/>
          <ac:spMkLst>
            <pc:docMk/>
            <pc:sldMk cId="279932508" sldId="1165"/>
            <ac:spMk id="3" creationId="{221B0E9C-80C3-413B-A6EE-BB5C44D07132}"/>
          </ac:spMkLst>
        </pc:spChg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2528178885" sldId="1166"/>
        </pc:sldMkLst>
        <pc:spChg chg="mod">
          <ac:chgData name="유예나" userId="56804d69-2be5-4f9a-85f3-71ac819806f9" providerId="ADAL" clId="{58D894AC-7E04-41DB-A3C3-482DED13BEE6}" dt="2024-01-26T02:26:12.578" v="5385"/>
          <ac:spMkLst>
            <pc:docMk/>
            <pc:sldMk cId="2528178885" sldId="1166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30:23.787" v="5431"/>
          <ac:spMkLst>
            <pc:docMk/>
            <pc:sldMk cId="2528178885" sldId="1166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2528178885" sldId="1166"/>
            <ac:spMk id="10" creationId="{E0B2CC00-062B-4B31-9F45-44F66D77E195}"/>
          </ac:spMkLst>
        </pc:spChg>
        <pc:picChg chg="add mod">
          <ac:chgData name="유예나" userId="56804d69-2be5-4f9a-85f3-71ac819806f9" providerId="ADAL" clId="{58D894AC-7E04-41DB-A3C3-482DED13BEE6}" dt="2024-01-26T02:28:00.403" v="5420" actId="1076"/>
          <ac:picMkLst>
            <pc:docMk/>
            <pc:sldMk cId="2528178885" sldId="1166"/>
            <ac:picMk id="8" creationId="{D5973FD0-676C-E2DB-2E74-56AE66BB6D23}"/>
          </ac:picMkLst>
        </pc:picChg>
        <pc:picChg chg="del">
          <ac:chgData name="유예나" userId="56804d69-2be5-4f9a-85f3-71ac819806f9" providerId="ADAL" clId="{58D894AC-7E04-41DB-A3C3-482DED13BEE6}" dt="2024-01-26T02:26:49.985" v="5394" actId="478"/>
          <ac:picMkLst>
            <pc:docMk/>
            <pc:sldMk cId="2528178885" sldId="1166"/>
            <ac:picMk id="9" creationId="{D93BE782-EF42-8AAD-A0EB-C9052804A0C4}"/>
          </ac:picMkLst>
        </pc:picChg>
        <pc:picChg chg="add mod">
          <ac:chgData name="유예나" userId="56804d69-2be5-4f9a-85f3-71ac819806f9" providerId="ADAL" clId="{58D894AC-7E04-41DB-A3C3-482DED13BEE6}" dt="2024-01-26T02:28:02.802" v="5421" actId="1076"/>
          <ac:picMkLst>
            <pc:docMk/>
            <pc:sldMk cId="2528178885" sldId="1166"/>
            <ac:picMk id="12" creationId="{B63D01C9-00CD-4774-FBE3-1036F99A162D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138816865" sldId="1167"/>
        </pc:sldMkLst>
        <pc:spChg chg="mod">
          <ac:chgData name="유예나" userId="56804d69-2be5-4f9a-85f3-71ac819806f9" providerId="ADAL" clId="{58D894AC-7E04-41DB-A3C3-482DED13BEE6}" dt="2024-01-26T02:30:12.997" v="5427"/>
          <ac:spMkLst>
            <pc:docMk/>
            <pc:sldMk cId="138816865" sldId="1167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30:35.774" v="5432"/>
          <ac:spMkLst>
            <pc:docMk/>
            <pc:sldMk cId="138816865" sldId="1167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138816865" sldId="1167"/>
            <ac:spMk id="8" creationId="{D5A86BBA-7A94-48CD-B535-19792F337EC2}"/>
          </ac:spMkLst>
        </pc:spChg>
        <pc:picChg chg="add mod">
          <ac:chgData name="유예나" userId="56804d69-2be5-4f9a-85f3-71ac819806f9" providerId="ADAL" clId="{58D894AC-7E04-41DB-A3C3-482DED13BEE6}" dt="2024-01-26T02:30:54.609" v="5441" actId="1076"/>
          <ac:picMkLst>
            <pc:docMk/>
            <pc:sldMk cId="138816865" sldId="1167"/>
            <ac:picMk id="9" creationId="{E5B15583-00BE-BCA1-2FEE-2264CFAAACA3}"/>
          </ac:picMkLst>
        </pc:picChg>
        <pc:picChg chg="del">
          <ac:chgData name="유예나" userId="56804d69-2be5-4f9a-85f3-71ac819806f9" providerId="ADAL" clId="{58D894AC-7E04-41DB-A3C3-482DED13BEE6}" dt="2024-01-26T02:30:42.881" v="5434" actId="478"/>
          <ac:picMkLst>
            <pc:docMk/>
            <pc:sldMk cId="138816865" sldId="1167"/>
            <ac:picMk id="10" creationId="{1543848A-4B7F-0D19-3161-1C91E7676429}"/>
          </ac:picMkLst>
        </pc:picChg>
        <pc:picChg chg="del">
          <ac:chgData name="유예나" userId="56804d69-2be5-4f9a-85f3-71ac819806f9" providerId="ADAL" clId="{58D894AC-7E04-41DB-A3C3-482DED13BEE6}" dt="2024-01-26T02:30:43.137" v="5435" actId="478"/>
          <ac:picMkLst>
            <pc:docMk/>
            <pc:sldMk cId="138816865" sldId="1167"/>
            <ac:picMk id="12" creationId="{EA5B6D86-738C-48EA-E8A2-62A6CC6BB48A}"/>
          </ac:picMkLst>
        </pc:picChg>
        <pc:picChg chg="add mod">
          <ac:chgData name="유예나" userId="56804d69-2be5-4f9a-85f3-71ac819806f9" providerId="ADAL" clId="{58D894AC-7E04-41DB-A3C3-482DED13BEE6}" dt="2024-01-26T02:33:34.530" v="5519" actId="1076"/>
          <ac:picMkLst>
            <pc:docMk/>
            <pc:sldMk cId="138816865" sldId="1167"/>
            <ac:picMk id="13" creationId="{60FCD7FC-AF68-1744-4BA6-1A90DD544506}"/>
          </ac:picMkLst>
        </pc:picChg>
      </pc:sldChg>
      <pc:sldChg chg="modSp add del mod">
        <pc:chgData name="유예나" userId="56804d69-2be5-4f9a-85f3-71ac819806f9" providerId="ADAL" clId="{58D894AC-7E04-41DB-A3C3-482DED13BEE6}" dt="2024-01-26T02:33:33.809" v="5517"/>
        <pc:sldMkLst>
          <pc:docMk/>
          <pc:sldMk cId="811623722" sldId="1168"/>
        </pc:sldMkLst>
        <pc:spChg chg="mod">
          <ac:chgData name="유예나" userId="56804d69-2be5-4f9a-85f3-71ac819806f9" providerId="ADAL" clId="{58D894AC-7E04-41DB-A3C3-482DED13BEE6}" dt="2024-01-26T02:33:33.490" v="5516"/>
          <ac:spMkLst>
            <pc:docMk/>
            <pc:sldMk cId="811623722" sldId="1168"/>
            <ac:spMk id="3" creationId="{221B0E9C-80C3-413B-A6EE-BB5C44D07132}"/>
          </ac:spMkLst>
        </pc:spChg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887819953" sldId="1168"/>
        </pc:sldMkLst>
        <pc:spChg chg="mod">
          <ac:chgData name="유예나" userId="56804d69-2be5-4f9a-85f3-71ac819806f9" providerId="ADAL" clId="{58D894AC-7E04-41DB-A3C3-482DED13BEE6}" dt="2024-01-26T02:33:59.010" v="5577"/>
          <ac:spMkLst>
            <pc:docMk/>
            <pc:sldMk cId="887819953" sldId="1168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34:11.163" v="5581"/>
          <ac:spMkLst>
            <pc:docMk/>
            <pc:sldMk cId="887819953" sldId="1168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887819953" sldId="1168"/>
            <ac:spMk id="8" creationId="{D5A86BBA-7A94-48CD-B535-19792F337EC2}"/>
          </ac:spMkLst>
        </pc:spChg>
        <pc:picChg chg="add mod">
          <ac:chgData name="유예나" userId="56804d69-2be5-4f9a-85f3-71ac819806f9" providerId="ADAL" clId="{58D894AC-7E04-41DB-A3C3-482DED13BEE6}" dt="2024-01-26T02:34:28.641" v="5588" actId="208"/>
          <ac:picMkLst>
            <pc:docMk/>
            <pc:sldMk cId="887819953" sldId="1168"/>
            <ac:picMk id="9" creationId="{05AA8A53-40A4-AD20-6678-0FF7D141650B}"/>
          </ac:picMkLst>
        </pc:picChg>
        <pc:picChg chg="del">
          <ac:chgData name="유예나" userId="56804d69-2be5-4f9a-85f3-71ac819806f9" providerId="ADAL" clId="{58D894AC-7E04-41DB-A3C3-482DED13BEE6}" dt="2024-01-26T02:34:24.917" v="5584" actId="478"/>
          <ac:picMkLst>
            <pc:docMk/>
            <pc:sldMk cId="887819953" sldId="1168"/>
            <ac:picMk id="10" creationId="{1543848A-4B7F-0D19-3161-1C91E7676429}"/>
          </ac:picMkLst>
        </pc:picChg>
        <pc:picChg chg="del">
          <ac:chgData name="유예나" userId="56804d69-2be5-4f9a-85f3-71ac819806f9" providerId="ADAL" clId="{58D894AC-7E04-41DB-A3C3-482DED13BEE6}" dt="2024-01-26T02:34:24.917" v="5584" actId="478"/>
          <ac:picMkLst>
            <pc:docMk/>
            <pc:sldMk cId="887819953" sldId="1168"/>
            <ac:picMk id="12" creationId="{EA5B6D86-738C-48EA-E8A2-62A6CC6BB48A}"/>
          </ac:picMkLst>
        </pc:picChg>
      </pc:sldChg>
      <pc:sldChg chg="modSp add del mod">
        <pc:chgData name="유예나" userId="56804d69-2be5-4f9a-85f3-71ac819806f9" providerId="ADAL" clId="{58D894AC-7E04-41DB-A3C3-482DED13BEE6}" dt="2024-01-26T02:31:05.241" v="5442" actId="47"/>
        <pc:sldMkLst>
          <pc:docMk/>
          <pc:sldMk cId="2486863340" sldId="1168"/>
        </pc:sldMkLst>
        <pc:spChg chg="mod">
          <ac:chgData name="유예나" userId="56804d69-2be5-4f9a-85f3-71ac819806f9" providerId="ADAL" clId="{58D894AC-7E04-41DB-A3C3-482DED13BEE6}" dt="2024-01-26T02:30:10.769" v="5426"/>
          <ac:spMkLst>
            <pc:docMk/>
            <pc:sldMk cId="2486863340" sldId="1168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30:37.964" v="5433"/>
          <ac:spMkLst>
            <pc:docMk/>
            <pc:sldMk cId="2486863340" sldId="1168"/>
            <ac:spMk id="4" creationId="{4058C1A1-806B-4836-BE0C-90CAABEF4277}"/>
          </ac:spMkLst>
        </pc:spChg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896717122" sldId="1169"/>
        </pc:sldMkLst>
        <pc:spChg chg="mod">
          <ac:chgData name="유예나" userId="56804d69-2be5-4f9a-85f3-71ac819806f9" providerId="ADAL" clId="{58D894AC-7E04-41DB-A3C3-482DED13BEE6}" dt="2024-01-26T02:34:44.948" v="5607"/>
          <ac:spMkLst>
            <pc:docMk/>
            <pc:sldMk cId="896717122" sldId="1169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34:55.714" v="5612"/>
          <ac:spMkLst>
            <pc:docMk/>
            <pc:sldMk cId="896717122" sldId="1169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896717122" sldId="1169"/>
            <ac:spMk id="8" creationId="{D5A86BBA-7A94-48CD-B535-19792F337EC2}"/>
          </ac:spMkLst>
        </pc:spChg>
        <pc:picChg chg="del">
          <ac:chgData name="유예나" userId="56804d69-2be5-4f9a-85f3-71ac819806f9" providerId="ADAL" clId="{58D894AC-7E04-41DB-A3C3-482DED13BEE6}" dt="2024-01-26T02:35:05.764" v="5614" actId="478"/>
          <ac:picMkLst>
            <pc:docMk/>
            <pc:sldMk cId="896717122" sldId="1169"/>
            <ac:picMk id="9" creationId="{05AA8A53-40A4-AD20-6678-0FF7D141650B}"/>
          </ac:picMkLst>
        </pc:picChg>
        <pc:picChg chg="add mod">
          <ac:chgData name="유예나" userId="56804d69-2be5-4f9a-85f3-71ac819806f9" providerId="ADAL" clId="{58D894AC-7E04-41DB-A3C3-482DED13BEE6}" dt="2024-01-26T02:35:09.855" v="5618" actId="208"/>
          <ac:picMkLst>
            <pc:docMk/>
            <pc:sldMk cId="896717122" sldId="1169"/>
            <ac:picMk id="10" creationId="{3D942332-C1BC-18FD-2520-955F396BB7E6}"/>
          </ac:picMkLst>
        </pc:picChg>
      </pc:sldChg>
      <pc:sldChg chg="add del">
        <pc:chgData name="유예나" userId="56804d69-2be5-4f9a-85f3-71ac819806f9" providerId="ADAL" clId="{58D894AC-7E04-41DB-A3C3-482DED13BEE6}" dt="2024-01-26T02:33:33.809" v="5517"/>
        <pc:sldMkLst>
          <pc:docMk/>
          <pc:sldMk cId="1154224073" sldId="1169"/>
        </pc:sldMkLst>
      </pc:sldChg>
      <pc:sldChg chg="modSp add del mod">
        <pc:chgData name="유예나" userId="56804d69-2be5-4f9a-85f3-71ac819806f9" providerId="ADAL" clId="{58D894AC-7E04-41DB-A3C3-482DED13BEE6}" dt="2024-01-26T02:34:39.001" v="5589" actId="47"/>
        <pc:sldMkLst>
          <pc:docMk/>
          <pc:sldMk cId="1340745966" sldId="1169"/>
        </pc:sldMkLst>
        <pc:spChg chg="mod">
          <ac:chgData name="유예나" userId="56804d69-2be5-4f9a-85f3-71ac819806f9" providerId="ADAL" clId="{58D894AC-7E04-41DB-A3C3-482DED13BEE6}" dt="2024-01-26T02:34:14.907" v="5582"/>
          <ac:spMkLst>
            <pc:docMk/>
            <pc:sldMk cId="1340745966" sldId="1169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34:17.912" v="5583"/>
          <ac:spMkLst>
            <pc:docMk/>
            <pc:sldMk cId="1340745966" sldId="1169"/>
            <ac:spMk id="4" creationId="{4058C1A1-806B-4836-BE0C-90CAABEF4277}"/>
          </ac:spMkLst>
        </pc:spChg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2032936542" sldId="1170"/>
        </pc:sldMkLst>
        <pc:spChg chg="del">
          <ac:chgData name="유예나" userId="56804d69-2be5-4f9a-85f3-71ac819806f9" providerId="ADAL" clId="{58D894AC-7E04-41DB-A3C3-482DED13BEE6}" dt="2024-01-26T02:35:24.202" v="5622" actId="478"/>
          <ac:spMkLst>
            <pc:docMk/>
            <pc:sldMk cId="2032936542" sldId="1170"/>
            <ac:spMk id="3" creationId="{221B0E9C-80C3-413B-A6EE-BB5C44D07132}"/>
          </ac:spMkLst>
        </pc:spChg>
        <pc:spChg chg="del">
          <ac:chgData name="유예나" userId="56804d69-2be5-4f9a-85f3-71ac819806f9" providerId="ADAL" clId="{58D894AC-7E04-41DB-A3C3-482DED13BEE6}" dt="2024-01-26T02:35:25.041" v="5623" actId="478"/>
          <ac:spMkLst>
            <pc:docMk/>
            <pc:sldMk cId="2032936542" sldId="1170"/>
            <ac:spMk id="4" creationId="{4058C1A1-806B-4836-BE0C-90CAABEF4277}"/>
          </ac:spMkLst>
        </pc:spChg>
        <pc:spChg chg="add del">
          <ac:chgData name="유예나" userId="56804d69-2be5-4f9a-85f3-71ac819806f9" providerId="ADAL" clId="{58D894AC-7E04-41DB-A3C3-482DED13BEE6}" dt="2024-01-26T02:35:22.865" v="5621" actId="478"/>
          <ac:spMkLst>
            <pc:docMk/>
            <pc:sldMk cId="2032936542" sldId="1170"/>
            <ac:spMk id="5" creationId="{8E5D141B-F47E-4265-8F69-D191722C6659}"/>
          </ac:spMkLst>
        </pc:spChg>
        <pc:spChg chg="add del mod">
          <ac:chgData name="유예나" userId="56804d69-2be5-4f9a-85f3-71ac819806f9" providerId="ADAL" clId="{58D894AC-7E04-41DB-A3C3-482DED13BEE6}" dt="2024-01-26T02:35:22.865" v="5621" actId="478"/>
          <ac:spMkLst>
            <pc:docMk/>
            <pc:sldMk cId="2032936542" sldId="1170"/>
            <ac:spMk id="9" creationId="{CBBB852C-2B05-516C-C4E0-2924B3061C39}"/>
          </ac:spMkLst>
        </pc:spChg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2032936542" sldId="1170"/>
            <ac:spMk id="10" creationId="{E0B2CC00-062B-4B31-9F45-44F66D77E195}"/>
          </ac:spMkLst>
        </pc:spChg>
        <pc:spChg chg="add del mod">
          <ac:chgData name="유예나" userId="56804d69-2be5-4f9a-85f3-71ac819806f9" providerId="ADAL" clId="{58D894AC-7E04-41DB-A3C3-482DED13BEE6}" dt="2024-01-26T02:35:27.229" v="5625" actId="478"/>
          <ac:spMkLst>
            <pc:docMk/>
            <pc:sldMk cId="2032936542" sldId="1170"/>
            <ac:spMk id="13" creationId="{ACA72756-ED98-DCE9-98E3-E7EE8E9EC5FE}"/>
          </ac:spMkLst>
        </pc:spChg>
        <pc:spChg chg="add del mod">
          <ac:chgData name="유예나" userId="56804d69-2be5-4f9a-85f3-71ac819806f9" providerId="ADAL" clId="{58D894AC-7E04-41DB-A3C3-482DED13BEE6}" dt="2024-01-26T02:35:26.344" v="5624" actId="478"/>
          <ac:spMkLst>
            <pc:docMk/>
            <pc:sldMk cId="2032936542" sldId="1170"/>
            <ac:spMk id="15" creationId="{7BF257DF-799A-2F12-6895-4578AFFE2224}"/>
          </ac:spMkLst>
        </pc:spChg>
        <pc:spChg chg="add mod">
          <ac:chgData name="유예나" userId="56804d69-2be5-4f9a-85f3-71ac819806f9" providerId="ADAL" clId="{58D894AC-7E04-41DB-A3C3-482DED13BEE6}" dt="2024-01-26T02:35:27.831" v="5626"/>
          <ac:spMkLst>
            <pc:docMk/>
            <pc:sldMk cId="2032936542" sldId="1170"/>
            <ac:spMk id="16" creationId="{5CF12C24-B558-27AE-215C-80969B40C0D4}"/>
          </ac:spMkLst>
        </pc:spChg>
        <pc:spChg chg="add mod">
          <ac:chgData name="유예나" userId="56804d69-2be5-4f9a-85f3-71ac819806f9" providerId="ADAL" clId="{58D894AC-7E04-41DB-A3C3-482DED13BEE6}" dt="2024-01-26T02:35:27.831" v="5626"/>
          <ac:spMkLst>
            <pc:docMk/>
            <pc:sldMk cId="2032936542" sldId="1170"/>
            <ac:spMk id="17" creationId="{0C9DB129-2B14-1631-CAF7-93800A012A18}"/>
          </ac:spMkLst>
        </pc:spChg>
        <pc:picChg chg="del">
          <ac:chgData name="유예나" userId="56804d69-2be5-4f9a-85f3-71ac819806f9" providerId="ADAL" clId="{58D894AC-7E04-41DB-A3C3-482DED13BEE6}" dt="2024-01-26T02:35:40.083" v="5627" actId="478"/>
          <ac:picMkLst>
            <pc:docMk/>
            <pc:sldMk cId="2032936542" sldId="1170"/>
            <ac:picMk id="8" creationId="{D5973FD0-676C-E2DB-2E74-56AE66BB6D23}"/>
          </ac:picMkLst>
        </pc:picChg>
        <pc:picChg chg="del">
          <ac:chgData name="유예나" userId="56804d69-2be5-4f9a-85f3-71ac819806f9" providerId="ADAL" clId="{58D894AC-7E04-41DB-A3C3-482DED13BEE6}" dt="2024-01-26T02:35:40.503" v="5628" actId="478"/>
          <ac:picMkLst>
            <pc:docMk/>
            <pc:sldMk cId="2032936542" sldId="1170"/>
            <ac:picMk id="12" creationId="{B63D01C9-00CD-4774-FBE3-1036F99A162D}"/>
          </ac:picMkLst>
        </pc:picChg>
        <pc:picChg chg="add mod">
          <ac:chgData name="유예나" userId="56804d69-2be5-4f9a-85f3-71ac819806f9" providerId="ADAL" clId="{58D894AC-7E04-41DB-A3C3-482DED13BEE6}" dt="2024-01-26T02:35:45.435" v="5632" actId="208"/>
          <ac:picMkLst>
            <pc:docMk/>
            <pc:sldMk cId="2032936542" sldId="1170"/>
            <ac:picMk id="19" creationId="{B1FF08E7-D6D9-57B5-53D1-2F6F6F606400}"/>
          </ac:picMkLst>
        </pc:picChg>
      </pc:sldChg>
      <pc:sldChg chg="add del">
        <pc:chgData name="유예나" userId="56804d69-2be5-4f9a-85f3-71ac819806f9" providerId="ADAL" clId="{58D894AC-7E04-41DB-A3C3-482DED13BEE6}" dt="2024-01-26T02:34:48.158" v="5609"/>
        <pc:sldMkLst>
          <pc:docMk/>
          <pc:sldMk cId="3463725099" sldId="1170"/>
        </pc:sldMkLst>
      </pc:sldChg>
      <pc:sldChg chg="add del">
        <pc:chgData name="유예나" userId="56804d69-2be5-4f9a-85f3-71ac819806f9" providerId="ADAL" clId="{58D894AC-7E04-41DB-A3C3-482DED13BEE6}" dt="2024-01-26T02:34:51.216" v="5611"/>
        <pc:sldMkLst>
          <pc:docMk/>
          <pc:sldMk cId="3713227690" sldId="1170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3673344449" sldId="1171"/>
        </pc:sldMkLst>
        <pc:spChg chg="mod">
          <ac:chgData name="유예나" userId="56804d69-2be5-4f9a-85f3-71ac819806f9" providerId="ADAL" clId="{58D894AC-7E04-41DB-A3C3-482DED13BEE6}" dt="2024-01-26T02:37:01.788" v="5707"/>
          <ac:spMkLst>
            <pc:docMk/>
            <pc:sldMk cId="3673344449" sldId="1171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37:10.627" v="5712"/>
          <ac:spMkLst>
            <pc:docMk/>
            <pc:sldMk cId="3673344449" sldId="1171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3673344449" sldId="1171"/>
            <ac:spMk id="8" creationId="{D5A86BBA-7A94-48CD-B535-19792F337EC2}"/>
          </ac:spMkLst>
        </pc:spChg>
        <pc:picChg chg="add mod">
          <ac:chgData name="유예나" userId="56804d69-2be5-4f9a-85f3-71ac819806f9" providerId="ADAL" clId="{58D894AC-7E04-41DB-A3C3-482DED13BEE6}" dt="2024-01-26T02:36:49.217" v="5686" actId="208"/>
          <ac:picMkLst>
            <pc:docMk/>
            <pc:sldMk cId="3673344449" sldId="1171"/>
            <ac:picMk id="9" creationId="{B939DB7F-28E2-C1B0-10D8-7A87BE898C8B}"/>
          </ac:picMkLst>
        </pc:picChg>
        <pc:picChg chg="del">
          <ac:chgData name="유예나" userId="56804d69-2be5-4f9a-85f3-71ac819806f9" providerId="ADAL" clId="{58D894AC-7E04-41DB-A3C3-482DED13BEE6}" dt="2024-01-26T02:36:43.701" v="5680" actId="478"/>
          <ac:picMkLst>
            <pc:docMk/>
            <pc:sldMk cId="3673344449" sldId="1171"/>
            <ac:picMk id="10" creationId="{3D942332-C1BC-18FD-2520-955F396BB7E6}"/>
          </ac:picMkLst>
        </pc:picChg>
        <pc:picChg chg="add del">
          <ac:chgData name="유예나" userId="56804d69-2be5-4f9a-85f3-71ac819806f9" providerId="ADAL" clId="{58D894AC-7E04-41DB-A3C3-482DED13BEE6}" dt="2024-01-26T02:37:03.154" v="5709" actId="22"/>
          <ac:picMkLst>
            <pc:docMk/>
            <pc:sldMk cId="3673344449" sldId="1171"/>
            <ac:picMk id="12" creationId="{5BEF5CBE-CEF8-663D-3DFC-73332DDF5B52}"/>
          </ac:picMkLst>
        </pc:picChg>
      </pc:sldChg>
      <pc:sldChg chg="add del">
        <pc:chgData name="유예나" userId="56804d69-2be5-4f9a-85f3-71ac819806f9" providerId="ADAL" clId="{58D894AC-7E04-41DB-A3C3-482DED13BEE6}" dt="2024-01-26T02:37:07.886" v="5711" actId="47"/>
        <pc:sldMkLst>
          <pc:docMk/>
          <pc:sldMk cId="1358011418" sldId="1172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1625275668" sldId="1172"/>
        </pc:sldMkLst>
        <pc:spChg chg="mod">
          <ac:chgData name="유예나" userId="56804d69-2be5-4f9a-85f3-71ac819806f9" providerId="ADAL" clId="{58D894AC-7E04-41DB-A3C3-482DED13BEE6}" dt="2024-01-26T02:37:33.228" v="5715"/>
          <ac:spMkLst>
            <pc:docMk/>
            <pc:sldMk cId="1625275668" sldId="1172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37:38.527" v="5717"/>
          <ac:spMkLst>
            <pc:docMk/>
            <pc:sldMk cId="1625275668" sldId="1172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1625275668" sldId="1172"/>
            <ac:spMk id="8" creationId="{D5A86BBA-7A94-48CD-B535-19792F337EC2}"/>
          </ac:spMkLst>
        </pc:spChg>
        <pc:picChg chg="add mod">
          <ac:chgData name="유예나" userId="56804d69-2be5-4f9a-85f3-71ac819806f9" providerId="ADAL" clId="{58D894AC-7E04-41DB-A3C3-482DED13BEE6}" dt="2024-01-26T02:37:52.030" v="5723" actId="208"/>
          <ac:picMkLst>
            <pc:docMk/>
            <pc:sldMk cId="1625275668" sldId="1172"/>
            <ac:picMk id="9" creationId="{1FD6B892-AAB1-1830-2053-07A7B2C2DEBB}"/>
          </ac:picMkLst>
        </pc:picChg>
        <pc:picChg chg="del">
          <ac:chgData name="유예나" userId="56804d69-2be5-4f9a-85f3-71ac819806f9" providerId="ADAL" clId="{58D894AC-7E04-41DB-A3C3-482DED13BEE6}" dt="2024-01-26T02:37:47.840" v="5719" actId="478"/>
          <ac:picMkLst>
            <pc:docMk/>
            <pc:sldMk cId="1625275668" sldId="1172"/>
            <ac:picMk id="10" creationId="{3D942332-C1BC-18FD-2520-955F396BB7E6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2493298372" sldId="1173"/>
        </pc:sldMkLst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2493298372" sldId="1173"/>
            <ac:spMk id="10" creationId="{E0B2CC00-062B-4B31-9F45-44F66D77E195}"/>
          </ac:spMkLst>
        </pc:spChg>
        <pc:spChg chg="mod">
          <ac:chgData name="유예나" userId="56804d69-2be5-4f9a-85f3-71ac819806f9" providerId="ADAL" clId="{58D894AC-7E04-41DB-A3C3-482DED13BEE6}" dt="2024-01-26T02:37:35.076" v="5716"/>
          <ac:spMkLst>
            <pc:docMk/>
            <pc:sldMk cId="2493298372" sldId="1173"/>
            <ac:spMk id="16" creationId="{5CF12C24-B558-27AE-215C-80969B40C0D4}"/>
          </ac:spMkLst>
        </pc:spChg>
        <pc:spChg chg="mod">
          <ac:chgData name="유예나" userId="56804d69-2be5-4f9a-85f3-71ac819806f9" providerId="ADAL" clId="{58D894AC-7E04-41DB-A3C3-482DED13BEE6}" dt="2024-01-26T02:37:40.116" v="5718"/>
          <ac:spMkLst>
            <pc:docMk/>
            <pc:sldMk cId="2493298372" sldId="1173"/>
            <ac:spMk id="17" creationId="{0C9DB129-2B14-1631-CAF7-93800A012A18}"/>
          </ac:spMkLst>
        </pc:spChg>
        <pc:picChg chg="add mod">
          <ac:chgData name="유예나" userId="56804d69-2be5-4f9a-85f3-71ac819806f9" providerId="ADAL" clId="{58D894AC-7E04-41DB-A3C3-482DED13BEE6}" dt="2024-01-26T02:38:15.730" v="5733" actId="1076"/>
          <ac:picMkLst>
            <pc:docMk/>
            <pc:sldMk cId="2493298372" sldId="1173"/>
            <ac:picMk id="4" creationId="{F64579CD-F0D9-F70C-A521-B985B6609032}"/>
          </ac:picMkLst>
        </pc:picChg>
        <pc:picChg chg="del">
          <ac:chgData name="유예나" userId="56804d69-2be5-4f9a-85f3-71ac819806f9" providerId="ADAL" clId="{58D894AC-7E04-41DB-A3C3-482DED13BEE6}" dt="2024-01-26T02:37:59.286" v="5724" actId="478"/>
          <ac:picMkLst>
            <pc:docMk/>
            <pc:sldMk cId="2493298372" sldId="1173"/>
            <ac:picMk id="19" creationId="{B1FF08E7-D6D9-57B5-53D1-2F6F6F606400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2139677583" sldId="1174"/>
        </pc:sldMkLst>
        <pc:spChg chg="mod">
          <ac:chgData name="유예나" userId="56804d69-2be5-4f9a-85f3-71ac819806f9" providerId="ADAL" clId="{58D894AC-7E04-41DB-A3C3-482DED13BEE6}" dt="2024-01-26T02:38:36.234" v="5736"/>
          <ac:spMkLst>
            <pc:docMk/>
            <pc:sldMk cId="2139677583" sldId="1174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38:38.452" v="5737"/>
          <ac:spMkLst>
            <pc:docMk/>
            <pc:sldMk cId="2139677583" sldId="1174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2139677583" sldId="1174"/>
            <ac:spMk id="8" creationId="{D5A86BBA-7A94-48CD-B535-19792F337EC2}"/>
          </ac:spMkLst>
        </pc:spChg>
        <pc:picChg chg="del">
          <ac:chgData name="유예나" userId="56804d69-2be5-4f9a-85f3-71ac819806f9" providerId="ADAL" clId="{58D894AC-7E04-41DB-A3C3-482DED13BEE6}" dt="2024-01-26T02:38:39.352" v="5738" actId="478"/>
          <ac:picMkLst>
            <pc:docMk/>
            <pc:sldMk cId="2139677583" sldId="1174"/>
            <ac:picMk id="9" creationId="{B939DB7F-28E2-C1B0-10D8-7A87BE898C8B}"/>
          </ac:picMkLst>
        </pc:picChg>
        <pc:picChg chg="add mod">
          <ac:chgData name="유예나" userId="56804d69-2be5-4f9a-85f3-71ac819806f9" providerId="ADAL" clId="{58D894AC-7E04-41DB-A3C3-482DED13BEE6}" dt="2024-01-26T02:38:48.438" v="5742" actId="208"/>
          <ac:picMkLst>
            <pc:docMk/>
            <pc:sldMk cId="2139677583" sldId="1174"/>
            <ac:picMk id="10" creationId="{2CBE46EA-4E75-B9BC-07FB-8615C6054DEB}"/>
          </ac:picMkLst>
        </pc:picChg>
      </pc:sldChg>
      <pc:sldChg chg="add del">
        <pc:chgData name="유예나" userId="56804d69-2be5-4f9a-85f3-71ac819806f9" providerId="ADAL" clId="{58D894AC-7E04-41DB-A3C3-482DED13BEE6}" dt="2024-01-26T02:39:17.405" v="5746" actId="47"/>
        <pc:sldMkLst>
          <pc:docMk/>
          <pc:sldMk cId="3131874272" sldId="1175"/>
        </pc:sldMkLst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3879801209" sldId="1176"/>
        </pc:sldMkLst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3879801209" sldId="1176"/>
            <ac:spMk id="10" creationId="{E0B2CC00-062B-4B31-9F45-44F66D77E195}"/>
          </ac:spMkLst>
        </pc:spChg>
        <pc:spChg chg="mod">
          <ac:chgData name="유예나" userId="56804d69-2be5-4f9a-85f3-71ac819806f9" providerId="ADAL" clId="{58D894AC-7E04-41DB-A3C3-482DED13BEE6}" dt="2024-01-26T02:39:39.924" v="5748"/>
          <ac:spMkLst>
            <pc:docMk/>
            <pc:sldMk cId="3879801209" sldId="1176"/>
            <ac:spMk id="16" creationId="{5CF12C24-B558-27AE-215C-80969B40C0D4}"/>
          </ac:spMkLst>
        </pc:spChg>
        <pc:spChg chg="mod">
          <ac:chgData name="유예나" userId="56804d69-2be5-4f9a-85f3-71ac819806f9" providerId="ADAL" clId="{58D894AC-7E04-41DB-A3C3-482DED13BEE6}" dt="2024-01-26T02:39:43.260" v="5749"/>
          <ac:spMkLst>
            <pc:docMk/>
            <pc:sldMk cId="3879801209" sldId="1176"/>
            <ac:spMk id="17" creationId="{0C9DB129-2B14-1631-CAF7-93800A012A18}"/>
          </ac:spMkLst>
        </pc:spChg>
        <pc:picChg chg="del">
          <ac:chgData name="유예나" userId="56804d69-2be5-4f9a-85f3-71ac819806f9" providerId="ADAL" clId="{58D894AC-7E04-41DB-A3C3-482DED13BEE6}" dt="2024-01-26T02:39:47.440" v="5750" actId="478"/>
          <ac:picMkLst>
            <pc:docMk/>
            <pc:sldMk cId="3879801209" sldId="1176"/>
            <ac:picMk id="4" creationId="{F64579CD-F0D9-F70C-A521-B985B6609032}"/>
          </ac:picMkLst>
        </pc:picChg>
        <pc:picChg chg="add mod">
          <ac:chgData name="유예나" userId="56804d69-2be5-4f9a-85f3-71ac819806f9" providerId="ADAL" clId="{58D894AC-7E04-41DB-A3C3-482DED13BEE6}" dt="2024-01-26T02:39:56.840" v="5754" actId="208"/>
          <ac:picMkLst>
            <pc:docMk/>
            <pc:sldMk cId="3879801209" sldId="1176"/>
            <ac:picMk id="7" creationId="{11E95C98-247E-F385-6973-92E3CE9B3447}"/>
          </ac:picMkLst>
        </pc:picChg>
        <pc:picChg chg="add mod">
          <ac:chgData name="유예나" userId="56804d69-2be5-4f9a-85f3-71ac819806f9" providerId="ADAL" clId="{58D894AC-7E04-41DB-A3C3-482DED13BEE6}" dt="2024-01-26T02:40:11.060" v="5759" actId="14100"/>
          <ac:picMkLst>
            <pc:docMk/>
            <pc:sldMk cId="3879801209" sldId="1176"/>
            <ac:picMk id="9" creationId="{E80CC88F-3EF4-8EB8-CD64-2F41165EBB77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3802305563" sldId="1177"/>
        </pc:sldMkLst>
        <pc:spChg chg="add mod">
          <ac:chgData name="유예나" userId="56804d69-2be5-4f9a-85f3-71ac819806f9" providerId="ADAL" clId="{58D894AC-7E04-41DB-A3C3-482DED13BEE6}" dt="2024-01-26T02:43:19.930" v="5774" actId="164"/>
          <ac:spMkLst>
            <pc:docMk/>
            <pc:sldMk cId="3802305563" sldId="1177"/>
            <ac:spMk id="8" creationId="{4ED1E7C5-9FDD-2C39-6197-596F52AA876C}"/>
          </ac:spMkLst>
        </pc:spChg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3802305563" sldId="1177"/>
            <ac:spMk id="10" creationId="{E0B2CC00-062B-4B31-9F45-44F66D77E195}"/>
          </ac:spMkLst>
        </pc:spChg>
        <pc:spChg chg="mod">
          <ac:chgData name="유예나" userId="56804d69-2be5-4f9a-85f3-71ac819806f9" providerId="ADAL" clId="{58D894AC-7E04-41DB-A3C3-482DED13BEE6}" dt="2024-01-26T02:42:52.430" v="5763"/>
          <ac:spMkLst>
            <pc:docMk/>
            <pc:sldMk cId="3802305563" sldId="1177"/>
            <ac:spMk id="16" creationId="{5CF12C24-B558-27AE-215C-80969B40C0D4}"/>
          </ac:spMkLst>
        </pc:spChg>
        <pc:spChg chg="mod">
          <ac:chgData name="유예나" userId="56804d69-2be5-4f9a-85f3-71ac819806f9" providerId="ADAL" clId="{58D894AC-7E04-41DB-A3C3-482DED13BEE6}" dt="2024-01-26T02:42:55.112" v="5764"/>
          <ac:spMkLst>
            <pc:docMk/>
            <pc:sldMk cId="3802305563" sldId="1177"/>
            <ac:spMk id="17" creationId="{0C9DB129-2B14-1631-CAF7-93800A012A18}"/>
          </ac:spMkLst>
        </pc:spChg>
        <pc:spChg chg="add mod">
          <ac:chgData name="유예나" userId="56804d69-2be5-4f9a-85f3-71ac819806f9" providerId="ADAL" clId="{58D894AC-7E04-41DB-A3C3-482DED13BEE6}" dt="2024-01-26T02:44:18.715" v="5798" actId="164"/>
          <ac:spMkLst>
            <pc:docMk/>
            <pc:sldMk cId="3802305563" sldId="1177"/>
            <ac:spMk id="18" creationId="{25657DFA-F76D-E87D-648F-A68174757886}"/>
          </ac:spMkLst>
        </pc:spChg>
        <pc:spChg chg="add mod">
          <ac:chgData name="유예나" userId="56804d69-2be5-4f9a-85f3-71ac819806f9" providerId="ADAL" clId="{58D894AC-7E04-41DB-A3C3-482DED13BEE6}" dt="2024-01-26T02:44:18.715" v="5798" actId="164"/>
          <ac:spMkLst>
            <pc:docMk/>
            <pc:sldMk cId="3802305563" sldId="1177"/>
            <ac:spMk id="19" creationId="{DFD4339A-5CEB-DBB6-D037-E9F40715CE86}"/>
          </ac:spMkLst>
        </pc:spChg>
        <pc:grpChg chg="add mod">
          <ac:chgData name="유예나" userId="56804d69-2be5-4f9a-85f3-71ac819806f9" providerId="ADAL" clId="{58D894AC-7E04-41DB-A3C3-482DED13BEE6}" dt="2024-01-26T02:43:44.950" v="5783" actId="1076"/>
          <ac:grpSpMkLst>
            <pc:docMk/>
            <pc:sldMk cId="3802305563" sldId="1177"/>
            <ac:grpSpMk id="11" creationId="{56FA220A-1B12-FC4B-E933-8AEA1E8A6ECF}"/>
          </ac:grpSpMkLst>
        </pc:grpChg>
        <pc:grpChg chg="add mod">
          <ac:chgData name="유예나" userId="56804d69-2be5-4f9a-85f3-71ac819806f9" providerId="ADAL" clId="{58D894AC-7E04-41DB-A3C3-482DED13BEE6}" dt="2024-01-26T02:44:18.715" v="5798" actId="164"/>
          <ac:grpSpMkLst>
            <pc:docMk/>
            <pc:sldMk cId="3802305563" sldId="1177"/>
            <ac:grpSpMk id="20" creationId="{CDE921F5-0512-4696-5F69-C5480E560E9B}"/>
          </ac:grpSpMkLst>
        </pc:grpChg>
        <pc:picChg chg="add mod">
          <ac:chgData name="유예나" userId="56804d69-2be5-4f9a-85f3-71ac819806f9" providerId="ADAL" clId="{58D894AC-7E04-41DB-A3C3-482DED13BEE6}" dt="2024-01-26T02:43:19.930" v="5774" actId="164"/>
          <ac:picMkLst>
            <pc:docMk/>
            <pc:sldMk cId="3802305563" sldId="1177"/>
            <ac:picMk id="4" creationId="{542B7F08-B008-3837-F6AD-A5A7F937E471}"/>
          </ac:picMkLst>
        </pc:picChg>
        <pc:picChg chg="del">
          <ac:chgData name="유예나" userId="56804d69-2be5-4f9a-85f3-71ac819806f9" providerId="ADAL" clId="{58D894AC-7E04-41DB-A3C3-482DED13BEE6}" dt="2024-01-26T02:42:47.333" v="5761" actId="478"/>
          <ac:picMkLst>
            <pc:docMk/>
            <pc:sldMk cId="3802305563" sldId="1177"/>
            <ac:picMk id="7" creationId="{11E95C98-247E-F385-6973-92E3CE9B3447}"/>
          </ac:picMkLst>
        </pc:picChg>
        <pc:picChg chg="del">
          <ac:chgData name="유예나" userId="56804d69-2be5-4f9a-85f3-71ac819806f9" providerId="ADAL" clId="{58D894AC-7E04-41DB-A3C3-482DED13BEE6}" dt="2024-01-26T02:42:47.883" v="5762" actId="478"/>
          <ac:picMkLst>
            <pc:docMk/>
            <pc:sldMk cId="3802305563" sldId="1177"/>
            <ac:picMk id="9" creationId="{E80CC88F-3EF4-8EB8-CD64-2F41165EBB77}"/>
          </ac:picMkLst>
        </pc:picChg>
        <pc:picChg chg="add mod">
          <ac:chgData name="유예나" userId="56804d69-2be5-4f9a-85f3-71ac819806f9" providerId="ADAL" clId="{58D894AC-7E04-41DB-A3C3-482DED13BEE6}" dt="2024-01-26T02:44:18.715" v="5798" actId="164"/>
          <ac:picMkLst>
            <pc:docMk/>
            <pc:sldMk cId="3802305563" sldId="1177"/>
            <ac:picMk id="13" creationId="{70DFD944-9015-13D5-334C-26263D7ADAE3}"/>
          </ac:picMkLst>
        </pc:picChg>
        <pc:picChg chg="add del">
          <ac:chgData name="유예나" userId="56804d69-2be5-4f9a-85f3-71ac819806f9" providerId="ADAL" clId="{58D894AC-7E04-41DB-A3C3-482DED13BEE6}" dt="2024-01-26T02:43:51.478" v="5788" actId="22"/>
          <ac:picMkLst>
            <pc:docMk/>
            <pc:sldMk cId="3802305563" sldId="1177"/>
            <ac:picMk id="15" creationId="{50768399-642D-B27D-601B-0FBBDCEBEB79}"/>
          </ac:picMkLst>
        </pc:picChg>
      </pc:sldChg>
      <pc:sldChg chg="addSp delSp modSp add mod modClrScheme chgLayout">
        <pc:chgData name="유예나" userId="56804d69-2be5-4f9a-85f3-71ac819806f9" providerId="ADAL" clId="{58D894AC-7E04-41DB-A3C3-482DED13BEE6}" dt="2024-01-26T02:59:07.859" v="6032"/>
        <pc:sldMkLst>
          <pc:docMk/>
          <pc:sldMk cId="391680129" sldId="1178"/>
        </pc:sldMkLst>
        <pc:spChg chg="mod ord">
          <ac:chgData name="유예나" userId="56804d69-2be5-4f9a-85f3-71ac819806f9" providerId="ADAL" clId="{58D894AC-7E04-41DB-A3C3-482DED13BEE6}" dt="2024-01-26T02:48:23.902" v="5868" actId="700"/>
          <ac:spMkLst>
            <pc:docMk/>
            <pc:sldMk cId="391680129" sldId="1178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6T02:48:23.902" v="5868" actId="700"/>
          <ac:spMkLst>
            <pc:docMk/>
            <pc:sldMk cId="391680129" sldId="1178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6T02:48:23.902" v="5868" actId="700"/>
          <ac:spMkLst>
            <pc:docMk/>
            <pc:sldMk cId="391680129" sldId="1178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6T02:48:23.902" v="5868" actId="700"/>
          <ac:spMkLst>
            <pc:docMk/>
            <pc:sldMk cId="391680129" sldId="1178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6T02:48:23.902" v="5868" actId="700"/>
          <ac:spMkLst>
            <pc:docMk/>
            <pc:sldMk cId="391680129" sldId="1178"/>
            <ac:spMk id="6" creationId="{A53606D2-C5A0-42E5-B1CF-5BBD4D5E5F90}"/>
          </ac:spMkLst>
        </pc:spChg>
        <pc:spChg chg="mod ord">
          <ac:chgData name="유예나" userId="56804d69-2be5-4f9a-85f3-71ac819806f9" providerId="ADAL" clId="{58D894AC-7E04-41DB-A3C3-482DED13BEE6}" dt="2024-01-26T02:48:23.902" v="5868" actId="700"/>
          <ac:spMkLst>
            <pc:docMk/>
            <pc:sldMk cId="391680129" sldId="1178"/>
            <ac:spMk id="7" creationId="{0953B07E-4160-8760-EC10-39965AF8CAAE}"/>
          </ac:spMkLst>
        </pc:spChg>
        <pc:spChg chg="mod">
          <ac:chgData name="유예나" userId="56804d69-2be5-4f9a-85f3-71ac819806f9" providerId="ADAL" clId="{58D894AC-7E04-41DB-A3C3-482DED13BEE6}" dt="2024-01-26T02:59:07.859" v="6032"/>
          <ac:spMkLst>
            <pc:docMk/>
            <pc:sldMk cId="391680129" sldId="1178"/>
            <ac:spMk id="12" creationId="{429B9A92-2B79-B423-0279-0B91E8864810}"/>
          </ac:spMkLst>
        </pc:spChg>
        <pc:spChg chg="del topLvl">
          <ac:chgData name="유예나" userId="56804d69-2be5-4f9a-85f3-71ac819806f9" providerId="ADAL" clId="{58D894AC-7E04-41DB-A3C3-482DED13BEE6}" dt="2024-01-26T02:47:13.598" v="5845" actId="21"/>
          <ac:spMkLst>
            <pc:docMk/>
            <pc:sldMk cId="391680129" sldId="1178"/>
            <ac:spMk id="19" creationId="{8FE4EFCD-B0DC-A9B8-93E9-47BE410DE95C}"/>
          </ac:spMkLst>
        </pc:spChg>
        <pc:spChg chg="mod">
          <ac:chgData name="유예나" userId="56804d69-2be5-4f9a-85f3-71ac819806f9" providerId="ADAL" clId="{58D894AC-7E04-41DB-A3C3-482DED13BEE6}" dt="2024-01-26T02:47:32.918" v="5855"/>
          <ac:spMkLst>
            <pc:docMk/>
            <pc:sldMk cId="391680129" sldId="1178"/>
            <ac:spMk id="22" creationId="{34778346-5910-5DD4-F752-5B9AF73B8852}"/>
          </ac:spMkLst>
        </pc:spChg>
        <pc:spChg chg="add mod">
          <ac:chgData name="유예나" userId="56804d69-2be5-4f9a-85f3-71ac819806f9" providerId="ADAL" clId="{58D894AC-7E04-41DB-A3C3-482DED13BEE6}" dt="2024-01-26T02:47:28.395" v="5854" actId="14100"/>
          <ac:spMkLst>
            <pc:docMk/>
            <pc:sldMk cId="391680129" sldId="1178"/>
            <ac:spMk id="29" creationId="{8FE4EFCD-B0DC-A9B8-93E9-47BE410DE95C}"/>
          </ac:spMkLst>
        </pc:spChg>
        <pc:grpChg chg="mod">
          <ac:chgData name="유예나" userId="56804d69-2be5-4f9a-85f3-71ac819806f9" providerId="ADAL" clId="{58D894AC-7E04-41DB-A3C3-482DED13BEE6}" dt="2024-01-26T02:48:01.988" v="5866" actId="1076"/>
          <ac:grpSpMkLst>
            <pc:docMk/>
            <pc:sldMk cId="391680129" sldId="1178"/>
            <ac:grpSpMk id="10" creationId="{22BF16CE-C644-48B8-E9A6-6CA9A38CD6F0}"/>
          </ac:grpSpMkLst>
        </pc:grpChg>
        <pc:grpChg chg="mod">
          <ac:chgData name="유예나" userId="56804d69-2be5-4f9a-85f3-71ac819806f9" providerId="ADAL" clId="{58D894AC-7E04-41DB-A3C3-482DED13BEE6}" dt="2024-01-26T02:48:00.240" v="5865" actId="1076"/>
          <ac:grpSpMkLst>
            <pc:docMk/>
            <pc:sldMk cId="391680129" sldId="1178"/>
            <ac:grpSpMk id="16" creationId="{5C0DECD6-6708-E1DC-4ED7-15F4BF2F8CC8}"/>
          </ac:grpSpMkLst>
        </pc:grpChg>
        <pc:grpChg chg="del">
          <ac:chgData name="유예나" userId="56804d69-2be5-4f9a-85f3-71ac819806f9" providerId="ADAL" clId="{58D894AC-7E04-41DB-A3C3-482DED13BEE6}" dt="2024-01-26T02:47:13.598" v="5845" actId="21"/>
          <ac:grpSpMkLst>
            <pc:docMk/>
            <pc:sldMk cId="391680129" sldId="1178"/>
            <ac:grpSpMk id="21" creationId="{23890314-A3C2-FD37-1C6B-6D4797C78C4A}"/>
          </ac:grpSpMkLst>
        </pc:grpChg>
        <pc:grpChg chg="del">
          <ac:chgData name="유예나" userId="56804d69-2be5-4f9a-85f3-71ac819806f9" providerId="ADAL" clId="{58D894AC-7E04-41DB-A3C3-482DED13BEE6}" dt="2024-01-26T02:47:02.344" v="5840" actId="478"/>
          <ac:grpSpMkLst>
            <pc:docMk/>
            <pc:sldMk cId="391680129" sldId="1178"/>
            <ac:grpSpMk id="28" creationId="{D310F2C9-97DE-863D-32A7-88356B86B82F}"/>
          </ac:grpSpMkLst>
        </pc:grpChg>
        <pc:picChg chg="del topLvl">
          <ac:chgData name="유예나" userId="56804d69-2be5-4f9a-85f3-71ac819806f9" providerId="ADAL" clId="{58D894AC-7E04-41DB-A3C3-482DED13BEE6}" dt="2024-01-26T02:47:14.478" v="5846" actId="478"/>
          <ac:picMkLst>
            <pc:docMk/>
            <pc:sldMk cId="391680129" sldId="1178"/>
            <ac:picMk id="14" creationId="{65748859-8548-7DB1-A5BF-001EDB7BC822}"/>
          </ac:picMkLst>
        </pc:picChg>
        <pc:picChg chg="add mod">
          <ac:chgData name="유예나" userId="56804d69-2be5-4f9a-85f3-71ac819806f9" providerId="ADAL" clId="{58D894AC-7E04-41DB-A3C3-482DED13BEE6}" dt="2024-01-26T02:47:21.750" v="5852" actId="1076"/>
          <ac:picMkLst>
            <pc:docMk/>
            <pc:sldMk cId="391680129" sldId="1178"/>
            <ac:picMk id="24" creationId="{913612A7-3A44-2852-EA6D-B0EA935EC41B}"/>
          </ac:picMkLst>
        </pc:picChg>
      </pc:sldChg>
      <pc:sldChg chg="add del">
        <pc:chgData name="유예나" userId="56804d69-2be5-4f9a-85f3-71ac819806f9" providerId="ADAL" clId="{58D894AC-7E04-41DB-A3C3-482DED13BEE6}" dt="2024-01-26T02:46:41.800" v="5835"/>
        <pc:sldMkLst>
          <pc:docMk/>
          <pc:sldMk cId="2064919725" sldId="1178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1966388705" sldId="1179"/>
        </pc:sldMkLst>
        <pc:spChg chg="mod">
          <ac:chgData name="유예나" userId="56804d69-2be5-4f9a-85f3-71ac819806f9" providerId="ADAL" clId="{58D894AC-7E04-41DB-A3C3-482DED13BEE6}" dt="2024-01-26T02:51:31.825" v="5871"/>
          <ac:spMkLst>
            <pc:docMk/>
            <pc:sldMk cId="1966388705" sldId="1179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52:08.630" v="5880"/>
          <ac:spMkLst>
            <pc:docMk/>
            <pc:sldMk cId="1966388705" sldId="1179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1966388705" sldId="1179"/>
            <ac:spMk id="8" creationId="{D5A86BBA-7A94-48CD-B535-19792F337EC2}"/>
          </ac:spMkLst>
        </pc:spChg>
        <pc:picChg chg="add mod">
          <ac:chgData name="유예나" userId="56804d69-2be5-4f9a-85f3-71ac819806f9" providerId="ADAL" clId="{58D894AC-7E04-41DB-A3C3-482DED13BEE6}" dt="2024-01-26T02:51:51.891" v="5878" actId="208"/>
          <ac:picMkLst>
            <pc:docMk/>
            <pc:sldMk cId="1966388705" sldId="1179"/>
            <ac:picMk id="9" creationId="{F6D48D7B-A98B-BF45-9F9D-87DB5B50D82E}"/>
          </ac:picMkLst>
        </pc:picChg>
        <pc:picChg chg="del">
          <ac:chgData name="유예나" userId="56804d69-2be5-4f9a-85f3-71ac819806f9" providerId="ADAL" clId="{58D894AC-7E04-41DB-A3C3-482DED13BEE6}" dt="2024-01-26T02:51:37.762" v="5873" actId="478"/>
          <ac:picMkLst>
            <pc:docMk/>
            <pc:sldMk cId="1966388705" sldId="1179"/>
            <ac:picMk id="10" creationId="{2CBE46EA-4E75-B9BC-07FB-8615C6054DEB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1431725411" sldId="1180"/>
        </pc:sldMkLst>
        <pc:spChg chg="add del mod">
          <ac:chgData name="유예나" userId="56804d69-2be5-4f9a-85f3-71ac819806f9" providerId="ADAL" clId="{58D894AC-7E04-41DB-A3C3-482DED13BEE6}" dt="2024-01-26T02:52:16.900" v="5884" actId="478"/>
          <ac:spMkLst>
            <pc:docMk/>
            <pc:sldMk cId="1431725411" sldId="1180"/>
            <ac:spMk id="7" creationId="{3B70CC99-FFFD-935C-788F-00186D1C7885}"/>
          </ac:spMkLst>
        </pc:spChg>
        <pc:spChg chg="del topLvl">
          <ac:chgData name="유예나" userId="56804d69-2be5-4f9a-85f3-71ac819806f9" providerId="ADAL" clId="{58D894AC-7E04-41DB-A3C3-482DED13BEE6}" dt="2024-01-26T02:52:27.432" v="5889" actId="478"/>
          <ac:spMkLst>
            <pc:docMk/>
            <pc:sldMk cId="1431725411" sldId="1180"/>
            <ac:spMk id="8" creationId="{4ED1E7C5-9FDD-2C39-6197-596F52AA876C}"/>
          </ac:spMkLst>
        </pc:spChg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1431725411" sldId="1180"/>
            <ac:spMk id="10" creationId="{E0B2CC00-062B-4B31-9F45-44F66D77E195}"/>
          </ac:spMkLst>
        </pc:spChg>
        <pc:spChg chg="add del mod">
          <ac:chgData name="유예나" userId="56804d69-2be5-4f9a-85f3-71ac819806f9" providerId="ADAL" clId="{58D894AC-7E04-41DB-A3C3-482DED13BEE6}" dt="2024-01-26T02:52:16.101" v="5883" actId="478"/>
          <ac:spMkLst>
            <pc:docMk/>
            <pc:sldMk cId="1431725411" sldId="1180"/>
            <ac:spMk id="12" creationId="{D79156C6-10ED-2592-2812-E50CED587BEE}"/>
          </ac:spMkLst>
        </pc:spChg>
        <pc:spChg chg="add mod">
          <ac:chgData name="유예나" userId="56804d69-2be5-4f9a-85f3-71ac819806f9" providerId="ADAL" clId="{58D894AC-7E04-41DB-A3C3-482DED13BEE6}" dt="2024-01-26T02:52:52.099" v="5901" actId="6549"/>
          <ac:spMkLst>
            <pc:docMk/>
            <pc:sldMk cId="1431725411" sldId="1180"/>
            <ac:spMk id="14" creationId="{4E6D37B3-9AAD-B66A-C48A-CB39AEF5430B}"/>
          </ac:spMkLst>
        </pc:spChg>
        <pc:spChg chg="add mod">
          <ac:chgData name="유예나" userId="56804d69-2be5-4f9a-85f3-71ac819806f9" providerId="ADAL" clId="{58D894AC-7E04-41DB-A3C3-482DED13BEE6}" dt="2024-01-26T02:52:17.608" v="5885"/>
          <ac:spMkLst>
            <pc:docMk/>
            <pc:sldMk cId="1431725411" sldId="1180"/>
            <ac:spMk id="15" creationId="{2CC0F3DF-CCB8-D65F-F7C0-E4EA8C0C72C8}"/>
          </ac:spMkLst>
        </pc:spChg>
        <pc:spChg chg="del">
          <ac:chgData name="유예나" userId="56804d69-2be5-4f9a-85f3-71ac819806f9" providerId="ADAL" clId="{58D894AC-7E04-41DB-A3C3-482DED13BEE6}" dt="2024-01-26T02:52:14.862" v="5882" actId="478"/>
          <ac:spMkLst>
            <pc:docMk/>
            <pc:sldMk cId="1431725411" sldId="1180"/>
            <ac:spMk id="16" creationId="{5CF12C24-B558-27AE-215C-80969B40C0D4}"/>
          </ac:spMkLst>
        </pc:spChg>
        <pc:spChg chg="del">
          <ac:chgData name="유예나" userId="56804d69-2be5-4f9a-85f3-71ac819806f9" providerId="ADAL" clId="{58D894AC-7E04-41DB-A3C3-482DED13BEE6}" dt="2024-01-26T02:52:14.083" v="5881" actId="478"/>
          <ac:spMkLst>
            <pc:docMk/>
            <pc:sldMk cId="1431725411" sldId="1180"/>
            <ac:spMk id="17" creationId="{0C9DB129-2B14-1631-CAF7-93800A012A18}"/>
          </ac:spMkLst>
        </pc:spChg>
        <pc:grpChg chg="del mod">
          <ac:chgData name="유예나" userId="56804d69-2be5-4f9a-85f3-71ac819806f9" providerId="ADAL" clId="{58D894AC-7E04-41DB-A3C3-482DED13BEE6}" dt="2024-01-26T02:52:19.016" v="5887" actId="478"/>
          <ac:grpSpMkLst>
            <pc:docMk/>
            <pc:sldMk cId="1431725411" sldId="1180"/>
            <ac:grpSpMk id="11" creationId="{56FA220A-1B12-FC4B-E933-8AEA1E8A6ECF}"/>
          </ac:grpSpMkLst>
        </pc:grpChg>
        <pc:grpChg chg="del">
          <ac:chgData name="유예나" userId="56804d69-2be5-4f9a-85f3-71ac819806f9" providerId="ADAL" clId="{58D894AC-7E04-41DB-A3C3-482DED13BEE6}" dt="2024-01-26T02:52:19.734" v="5888" actId="478"/>
          <ac:grpSpMkLst>
            <pc:docMk/>
            <pc:sldMk cId="1431725411" sldId="1180"/>
            <ac:grpSpMk id="20" creationId="{CDE921F5-0512-4696-5F69-C5480E560E9B}"/>
          </ac:grpSpMkLst>
        </pc:grpChg>
        <pc:picChg chg="del topLvl">
          <ac:chgData name="유예나" userId="56804d69-2be5-4f9a-85f3-71ac819806f9" providerId="ADAL" clId="{58D894AC-7E04-41DB-A3C3-482DED13BEE6}" dt="2024-01-26T02:52:19.016" v="5887" actId="478"/>
          <ac:picMkLst>
            <pc:docMk/>
            <pc:sldMk cId="1431725411" sldId="1180"/>
            <ac:picMk id="4" creationId="{542B7F08-B008-3837-F6AD-A5A7F937E471}"/>
          </ac:picMkLst>
        </pc:picChg>
        <pc:picChg chg="add mod modCrop">
          <ac:chgData name="유예나" userId="56804d69-2be5-4f9a-85f3-71ac819806f9" providerId="ADAL" clId="{58D894AC-7E04-41DB-A3C3-482DED13BEE6}" dt="2024-01-26T02:52:42.157" v="5898" actId="1076"/>
          <ac:picMkLst>
            <pc:docMk/>
            <pc:sldMk cId="1431725411" sldId="1180"/>
            <ac:picMk id="22" creationId="{46064994-3530-CFE1-F6F6-0A96542B0859}"/>
          </ac:picMkLst>
        </pc:picChg>
      </pc:sldChg>
      <pc:sldChg chg="modSp add del mod">
        <pc:chgData name="유예나" userId="56804d69-2be5-4f9a-85f3-71ac819806f9" providerId="ADAL" clId="{58D894AC-7E04-41DB-A3C3-482DED13BEE6}" dt="2024-01-26T02:54:52.169" v="5911" actId="47"/>
        <pc:sldMkLst>
          <pc:docMk/>
          <pc:sldMk cId="3349517702" sldId="1181"/>
        </pc:sldMkLst>
        <pc:spChg chg="mod">
          <ac:chgData name="유예나" userId="56804d69-2be5-4f9a-85f3-71ac819806f9" providerId="ADAL" clId="{58D894AC-7E04-41DB-A3C3-482DED13BEE6}" dt="2024-01-26T02:54:38.667" v="5905"/>
          <ac:spMkLst>
            <pc:docMk/>
            <pc:sldMk cId="3349517702" sldId="1181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54:44.369" v="5908"/>
          <ac:spMkLst>
            <pc:docMk/>
            <pc:sldMk cId="3349517702" sldId="1181"/>
            <ac:spMk id="4" creationId="{4058C1A1-806B-4836-BE0C-90CAABEF4277}"/>
          </ac:spMkLst>
        </pc:spChg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848180150" sldId="1182"/>
        </pc:sldMkLst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848180150" sldId="1182"/>
            <ac:spMk id="10" creationId="{E0B2CC00-062B-4B31-9F45-44F66D77E195}"/>
          </ac:spMkLst>
        </pc:spChg>
        <pc:spChg chg="mod">
          <ac:chgData name="유예나" userId="56804d69-2be5-4f9a-85f3-71ac819806f9" providerId="ADAL" clId="{58D894AC-7E04-41DB-A3C3-482DED13BEE6}" dt="2024-01-26T02:54:40.596" v="5906"/>
          <ac:spMkLst>
            <pc:docMk/>
            <pc:sldMk cId="848180150" sldId="1182"/>
            <ac:spMk id="14" creationId="{4E6D37B3-9AAD-B66A-C48A-CB39AEF5430B}"/>
          </ac:spMkLst>
        </pc:spChg>
        <pc:spChg chg="mod">
          <ac:chgData name="유예나" userId="56804d69-2be5-4f9a-85f3-71ac819806f9" providerId="ADAL" clId="{58D894AC-7E04-41DB-A3C3-482DED13BEE6}" dt="2024-01-26T02:54:42.796" v="5907"/>
          <ac:spMkLst>
            <pc:docMk/>
            <pc:sldMk cId="848180150" sldId="1182"/>
            <ac:spMk id="15" creationId="{2CC0F3DF-CCB8-D65F-F7C0-E4EA8C0C72C8}"/>
          </ac:spMkLst>
        </pc:spChg>
        <pc:picChg chg="add mod">
          <ac:chgData name="유예나" userId="56804d69-2be5-4f9a-85f3-71ac819806f9" providerId="ADAL" clId="{58D894AC-7E04-41DB-A3C3-482DED13BEE6}" dt="2024-01-26T02:55:04.487" v="5916" actId="208"/>
          <ac:picMkLst>
            <pc:docMk/>
            <pc:sldMk cId="848180150" sldId="1182"/>
            <ac:picMk id="4" creationId="{10E5645C-DB6B-3BD4-9D0F-4E11A571A758}"/>
          </ac:picMkLst>
        </pc:picChg>
        <pc:picChg chg="del">
          <ac:chgData name="유예나" userId="56804d69-2be5-4f9a-85f3-71ac819806f9" providerId="ADAL" clId="{58D894AC-7E04-41DB-A3C3-482DED13BEE6}" dt="2024-01-26T02:54:53.970" v="5912" actId="478"/>
          <ac:picMkLst>
            <pc:docMk/>
            <pc:sldMk cId="848180150" sldId="1182"/>
            <ac:picMk id="22" creationId="{46064994-3530-CFE1-F6F6-0A96542B0859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6T06:49:27.993" v="7816" actId="1076"/>
        <pc:sldMkLst>
          <pc:docMk/>
          <pc:sldMk cId="1259974226" sldId="1183"/>
        </pc:sldMkLst>
        <pc:spChg chg="mod">
          <ac:chgData name="유예나" userId="56804d69-2be5-4f9a-85f3-71ac819806f9" providerId="ADAL" clId="{58D894AC-7E04-41DB-A3C3-482DED13BEE6}" dt="2024-01-26T02:57:47.031" v="5950"/>
          <ac:spMkLst>
            <pc:docMk/>
            <pc:sldMk cId="1259974226" sldId="1183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2:57:49.471" v="5951"/>
          <ac:spMkLst>
            <pc:docMk/>
            <pc:sldMk cId="1259974226" sldId="1183"/>
            <ac:spMk id="4" creationId="{4058C1A1-806B-4836-BE0C-90CAABEF4277}"/>
          </ac:spMkLst>
        </pc:spChg>
        <pc:spChg chg="add del">
          <ac:chgData name="유예나" userId="56804d69-2be5-4f9a-85f3-71ac819806f9" providerId="ADAL" clId="{58D894AC-7E04-41DB-A3C3-482DED13BEE6}" dt="2024-01-26T02:57:55.296" v="5955" actId="22"/>
          <ac:spMkLst>
            <pc:docMk/>
            <pc:sldMk cId="1259974226" sldId="1183"/>
            <ac:spMk id="9" creationId="{754B2782-782E-6660-A64B-239AD6B87289}"/>
          </ac:spMkLst>
        </pc:spChg>
        <pc:spChg chg="mod">
          <ac:chgData name="유예나" userId="56804d69-2be5-4f9a-85f3-71ac819806f9" providerId="ADAL" clId="{58D894AC-7E04-41DB-A3C3-482DED13BEE6}" dt="2024-01-26T06:49:17.219" v="7812" actId="20577"/>
          <ac:spMkLst>
            <pc:docMk/>
            <pc:sldMk cId="1259974226" sldId="1183"/>
            <ac:spMk id="12" creationId="{429B9A92-2B79-B423-0279-0B91E8864810}"/>
          </ac:spMkLst>
        </pc:spChg>
        <pc:spChg chg="mod">
          <ac:chgData name="유예나" userId="56804d69-2be5-4f9a-85f3-71ac819806f9" providerId="ADAL" clId="{58D894AC-7E04-41DB-A3C3-482DED13BEE6}" dt="2024-01-26T06:49:22.888" v="7814"/>
          <ac:spMkLst>
            <pc:docMk/>
            <pc:sldMk cId="1259974226" sldId="1183"/>
            <ac:spMk id="22" creationId="{34778346-5910-5DD4-F752-5B9AF73B8852}"/>
          </ac:spMkLst>
        </pc:spChg>
        <pc:spChg chg="del">
          <ac:chgData name="유예나" userId="56804d69-2be5-4f9a-85f3-71ac819806f9" providerId="ADAL" clId="{58D894AC-7E04-41DB-A3C3-482DED13BEE6}" dt="2024-01-26T02:57:54.213" v="5953" actId="478"/>
          <ac:spMkLst>
            <pc:docMk/>
            <pc:sldMk cId="1259974226" sldId="1183"/>
            <ac:spMk id="29" creationId="{8FE4EFCD-B0DC-A9B8-93E9-47BE410DE95C}"/>
          </ac:spMkLst>
        </pc:spChg>
        <pc:grpChg chg="mod">
          <ac:chgData name="유예나" userId="56804d69-2be5-4f9a-85f3-71ac819806f9" providerId="ADAL" clId="{58D894AC-7E04-41DB-A3C3-482DED13BEE6}" dt="2024-01-26T06:49:27.993" v="7816" actId="1076"/>
          <ac:grpSpMkLst>
            <pc:docMk/>
            <pc:sldMk cId="1259974226" sldId="1183"/>
            <ac:grpSpMk id="10" creationId="{22BF16CE-C644-48B8-E9A6-6CA9A38CD6F0}"/>
          </ac:grpSpMkLst>
        </pc:grpChg>
        <pc:grpChg chg="mod">
          <ac:chgData name="유예나" userId="56804d69-2be5-4f9a-85f3-71ac819806f9" providerId="ADAL" clId="{58D894AC-7E04-41DB-A3C3-482DED13BEE6}" dt="2024-01-26T06:49:25.557" v="7815" actId="1076"/>
          <ac:grpSpMkLst>
            <pc:docMk/>
            <pc:sldMk cId="1259974226" sldId="1183"/>
            <ac:grpSpMk id="16" creationId="{5C0DECD6-6708-E1DC-4ED7-15F4BF2F8CC8}"/>
          </ac:grpSpMkLst>
        </pc:grpChg>
        <pc:picChg chg="add mod">
          <ac:chgData name="유예나" userId="56804d69-2be5-4f9a-85f3-71ac819806f9" providerId="ADAL" clId="{58D894AC-7E04-41DB-A3C3-482DED13BEE6}" dt="2024-01-26T06:34:53.771" v="7790"/>
          <ac:picMkLst>
            <pc:docMk/>
            <pc:sldMk cId="1259974226" sldId="1183"/>
            <ac:picMk id="8" creationId="{63C95626-C7F0-7F1F-1AE7-94CAC59ABAAC}"/>
          </ac:picMkLst>
        </pc:picChg>
        <pc:picChg chg="add mod">
          <ac:chgData name="유예나" userId="56804d69-2be5-4f9a-85f3-71ac819806f9" providerId="ADAL" clId="{58D894AC-7E04-41DB-A3C3-482DED13BEE6}" dt="2024-01-26T02:57:57.943" v="5957" actId="1076"/>
          <ac:picMkLst>
            <pc:docMk/>
            <pc:sldMk cId="1259974226" sldId="1183"/>
            <ac:picMk id="14" creationId="{B5BB959A-1808-BADB-0651-3BB4C69F7A72}"/>
          </ac:picMkLst>
        </pc:picChg>
        <pc:picChg chg="del">
          <ac:chgData name="유예나" userId="56804d69-2be5-4f9a-85f3-71ac819806f9" providerId="ADAL" clId="{58D894AC-7E04-41DB-A3C3-482DED13BEE6}" dt="2024-01-26T02:57:50.921" v="5952" actId="478"/>
          <ac:picMkLst>
            <pc:docMk/>
            <pc:sldMk cId="1259974226" sldId="1183"/>
            <ac:picMk id="24" creationId="{913612A7-3A44-2852-EA6D-B0EA935EC41B}"/>
          </ac:picMkLst>
        </pc:picChg>
      </pc:sldChg>
      <pc:sldChg chg="add del">
        <pc:chgData name="유예나" userId="56804d69-2be5-4f9a-85f3-71ac819806f9" providerId="ADAL" clId="{58D894AC-7E04-41DB-A3C3-482DED13BEE6}" dt="2024-01-26T02:56:10.416" v="5918" actId="47"/>
        <pc:sldMkLst>
          <pc:docMk/>
          <pc:sldMk cId="1522316757" sldId="1183"/>
        </pc:sldMkLst>
      </pc:sldChg>
      <pc:sldChg chg="addSp delSp modSp add mod">
        <pc:chgData name="유예나" userId="56804d69-2be5-4f9a-85f3-71ac819806f9" providerId="ADAL" clId="{58D894AC-7E04-41DB-A3C3-482DED13BEE6}" dt="2024-01-29T04:57:09.996" v="9372"/>
        <pc:sldMkLst>
          <pc:docMk/>
          <pc:sldMk cId="612734923" sldId="1184"/>
        </pc:sldMkLst>
        <pc:spChg chg="del mod">
          <ac:chgData name="유예나" userId="56804d69-2be5-4f9a-85f3-71ac819806f9" providerId="ADAL" clId="{58D894AC-7E04-41DB-A3C3-482DED13BEE6}" dt="2024-01-26T03:00:00.847" v="6036" actId="478"/>
          <ac:spMkLst>
            <pc:docMk/>
            <pc:sldMk cId="612734923" sldId="1184"/>
            <ac:spMk id="3" creationId="{221B0E9C-80C3-413B-A6EE-BB5C44D07132}"/>
          </ac:spMkLst>
        </pc:spChg>
        <pc:spChg chg="del">
          <ac:chgData name="유예나" userId="56804d69-2be5-4f9a-85f3-71ac819806f9" providerId="ADAL" clId="{58D894AC-7E04-41DB-A3C3-482DED13BEE6}" dt="2024-01-26T03:00:01.822" v="6037" actId="478"/>
          <ac:spMkLst>
            <pc:docMk/>
            <pc:sldMk cId="612734923" sldId="1184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9T04:57:09.996" v="9372"/>
          <ac:spMkLst>
            <pc:docMk/>
            <pc:sldMk cId="612734923" sldId="1184"/>
            <ac:spMk id="8" creationId="{D5A86BBA-7A94-48CD-B535-19792F337EC2}"/>
          </ac:spMkLst>
        </pc:spChg>
        <pc:spChg chg="add del mod">
          <ac:chgData name="유예나" userId="56804d69-2be5-4f9a-85f3-71ac819806f9" providerId="ADAL" clId="{58D894AC-7E04-41DB-A3C3-482DED13BEE6}" dt="2024-01-26T03:00:03.710" v="6039" actId="478"/>
          <ac:spMkLst>
            <pc:docMk/>
            <pc:sldMk cId="612734923" sldId="1184"/>
            <ac:spMk id="10" creationId="{55C6AA9F-0610-0A32-164C-17968DDBBBD3}"/>
          </ac:spMkLst>
        </pc:spChg>
        <pc:spChg chg="add del mod">
          <ac:chgData name="유예나" userId="56804d69-2be5-4f9a-85f3-71ac819806f9" providerId="ADAL" clId="{58D894AC-7E04-41DB-A3C3-482DED13BEE6}" dt="2024-01-26T03:00:02.811" v="6038" actId="478"/>
          <ac:spMkLst>
            <pc:docMk/>
            <pc:sldMk cId="612734923" sldId="1184"/>
            <ac:spMk id="12" creationId="{DB327B56-51BA-94CF-C190-AA0735A7E5A9}"/>
          </ac:spMkLst>
        </pc:spChg>
        <pc:spChg chg="add mod">
          <ac:chgData name="유예나" userId="56804d69-2be5-4f9a-85f3-71ac819806f9" providerId="ADAL" clId="{58D894AC-7E04-41DB-A3C3-482DED13BEE6}" dt="2024-01-26T03:00:04.420" v="6040"/>
          <ac:spMkLst>
            <pc:docMk/>
            <pc:sldMk cId="612734923" sldId="1184"/>
            <ac:spMk id="13" creationId="{C0648F59-D85A-59D6-F42D-DA599363BEBD}"/>
          </ac:spMkLst>
        </pc:spChg>
        <pc:spChg chg="add mod">
          <ac:chgData name="유예나" userId="56804d69-2be5-4f9a-85f3-71ac819806f9" providerId="ADAL" clId="{58D894AC-7E04-41DB-A3C3-482DED13BEE6}" dt="2024-01-26T03:00:04.420" v="6040"/>
          <ac:spMkLst>
            <pc:docMk/>
            <pc:sldMk cId="612734923" sldId="1184"/>
            <ac:spMk id="14" creationId="{156AC2BB-D9FB-71ED-3027-F0C5F1773119}"/>
          </ac:spMkLst>
        </pc:spChg>
        <pc:picChg chg="del">
          <ac:chgData name="유예나" userId="56804d69-2be5-4f9a-85f3-71ac819806f9" providerId="ADAL" clId="{58D894AC-7E04-41DB-A3C3-482DED13BEE6}" dt="2024-01-26T02:59:55.114" v="6034" actId="478"/>
          <ac:picMkLst>
            <pc:docMk/>
            <pc:sldMk cId="612734923" sldId="1184"/>
            <ac:picMk id="9" creationId="{1FD6B892-AAB1-1830-2053-07A7B2C2DEBB}"/>
          </ac:picMkLst>
        </pc:picChg>
        <pc:picChg chg="add mod">
          <ac:chgData name="유예나" userId="56804d69-2be5-4f9a-85f3-71ac819806f9" providerId="ADAL" clId="{58D894AC-7E04-41DB-A3C3-482DED13BEE6}" dt="2024-01-26T03:00:20.618" v="6049" actId="208"/>
          <ac:picMkLst>
            <pc:docMk/>
            <pc:sldMk cId="612734923" sldId="1184"/>
            <ac:picMk id="16" creationId="{2F164025-7D0C-2E70-7F59-C66C3BDD90E8}"/>
          </ac:picMkLst>
        </pc:picChg>
      </pc:sldChg>
      <pc:sldChg chg="addSp delSp modSp add del mod">
        <pc:chgData name="유예나" userId="56804d69-2be5-4f9a-85f3-71ac819806f9" providerId="ADAL" clId="{58D894AC-7E04-41DB-A3C3-482DED13BEE6}" dt="2024-01-29T04:56:08.272" v="9369"/>
        <pc:sldMkLst>
          <pc:docMk/>
          <pc:sldMk cId="1295447532" sldId="1185"/>
        </pc:sldMkLst>
        <pc:spChg chg="add del mod">
          <ac:chgData name="유예나" userId="56804d69-2be5-4f9a-85f3-71ac819806f9" providerId="ADAL" clId="{58D894AC-7E04-41DB-A3C3-482DED13BEE6}" dt="2024-01-26T03:00:07.242" v="6042" actId="478"/>
          <ac:spMkLst>
            <pc:docMk/>
            <pc:sldMk cId="1295447532" sldId="1185"/>
            <ac:spMk id="7" creationId="{CD4C4A5D-CE32-97E8-AE52-FA0BB1DED4CD}"/>
          </ac:spMkLst>
        </pc:spChg>
        <pc:spChg chg="add del mod">
          <ac:chgData name="유예나" userId="56804d69-2be5-4f9a-85f3-71ac819806f9" providerId="ADAL" clId="{58D894AC-7E04-41DB-A3C3-482DED13BEE6}" dt="2024-01-26T03:00:08.900" v="6044" actId="478"/>
          <ac:spMkLst>
            <pc:docMk/>
            <pc:sldMk cId="1295447532" sldId="1185"/>
            <ac:spMk id="9" creationId="{3CC9DB9D-17F9-7D86-4B3C-333E6973A68F}"/>
          </ac:spMkLst>
        </pc:spChg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1295447532" sldId="1185"/>
            <ac:spMk id="10" creationId="{E0B2CC00-062B-4B31-9F45-44F66D77E195}"/>
          </ac:spMkLst>
        </pc:spChg>
        <pc:spChg chg="add mod">
          <ac:chgData name="유예나" userId="56804d69-2be5-4f9a-85f3-71ac819806f9" providerId="ADAL" clId="{58D894AC-7E04-41DB-A3C3-482DED13BEE6}" dt="2024-01-26T03:00:09.726" v="6045"/>
          <ac:spMkLst>
            <pc:docMk/>
            <pc:sldMk cId="1295447532" sldId="1185"/>
            <ac:spMk id="11" creationId="{A79EDAC9-32D9-7CC4-CD14-F5A1E3A80CD9}"/>
          </ac:spMkLst>
        </pc:spChg>
        <pc:spChg chg="add mod">
          <ac:chgData name="유예나" userId="56804d69-2be5-4f9a-85f3-71ac819806f9" providerId="ADAL" clId="{58D894AC-7E04-41DB-A3C3-482DED13BEE6}" dt="2024-01-26T03:00:09.726" v="6045"/>
          <ac:spMkLst>
            <pc:docMk/>
            <pc:sldMk cId="1295447532" sldId="1185"/>
            <ac:spMk id="12" creationId="{AFBA499E-BE8D-0C0B-0A24-B57F4750C1EE}"/>
          </ac:spMkLst>
        </pc:spChg>
        <pc:spChg chg="del">
          <ac:chgData name="유예나" userId="56804d69-2be5-4f9a-85f3-71ac819806f9" providerId="ADAL" clId="{58D894AC-7E04-41DB-A3C3-482DED13BEE6}" dt="2024-01-26T03:00:07.763" v="6043" actId="478"/>
          <ac:spMkLst>
            <pc:docMk/>
            <pc:sldMk cId="1295447532" sldId="1185"/>
            <ac:spMk id="16" creationId="{5CF12C24-B558-27AE-215C-80969B40C0D4}"/>
          </ac:spMkLst>
        </pc:spChg>
        <pc:spChg chg="del">
          <ac:chgData name="유예나" userId="56804d69-2be5-4f9a-85f3-71ac819806f9" providerId="ADAL" clId="{58D894AC-7E04-41DB-A3C3-482DED13BEE6}" dt="2024-01-26T03:00:06.639" v="6041" actId="478"/>
          <ac:spMkLst>
            <pc:docMk/>
            <pc:sldMk cId="1295447532" sldId="1185"/>
            <ac:spMk id="17" creationId="{0C9DB129-2B14-1631-CAF7-93800A012A18}"/>
          </ac:spMkLst>
        </pc:spChg>
        <pc:picChg chg="del">
          <ac:chgData name="유예나" userId="56804d69-2be5-4f9a-85f3-71ac819806f9" providerId="ADAL" clId="{58D894AC-7E04-41DB-A3C3-482DED13BEE6}" dt="2024-01-26T03:00:25.054" v="6052" actId="478"/>
          <ac:picMkLst>
            <pc:docMk/>
            <pc:sldMk cId="1295447532" sldId="1185"/>
            <ac:picMk id="4" creationId="{F64579CD-F0D9-F70C-A521-B985B6609032}"/>
          </ac:picMkLst>
        </pc:picChg>
        <pc:picChg chg="add mod">
          <ac:chgData name="유예나" userId="56804d69-2be5-4f9a-85f3-71ac819806f9" providerId="ADAL" clId="{58D894AC-7E04-41DB-A3C3-482DED13BEE6}" dt="2024-01-26T03:00:38.739" v="6058" actId="1076"/>
          <ac:picMkLst>
            <pc:docMk/>
            <pc:sldMk cId="1295447532" sldId="1185"/>
            <ac:picMk id="14" creationId="{2A73FA5F-4725-E94C-76B4-66123621E610}"/>
          </ac:picMkLst>
        </pc:picChg>
      </pc:sldChg>
      <pc:sldChg chg="addSp delSp modSp add del mod">
        <pc:chgData name="유예나" userId="56804d69-2be5-4f9a-85f3-71ac819806f9" providerId="ADAL" clId="{58D894AC-7E04-41DB-A3C3-482DED13BEE6}" dt="2024-01-26T06:52:16.197" v="7821"/>
        <pc:sldMkLst>
          <pc:docMk/>
          <pc:sldMk cId="2534048239" sldId="1186"/>
        </pc:sldMkLst>
        <pc:spChg chg="mod">
          <ac:chgData name="유예나" userId="56804d69-2be5-4f9a-85f3-71ac819806f9" providerId="ADAL" clId="{58D894AC-7E04-41DB-A3C3-482DED13BEE6}" dt="2024-01-26T06:52:02.232" v="7820"/>
          <ac:spMkLst>
            <pc:docMk/>
            <pc:sldMk cId="2534048239" sldId="1186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6:52:16.197" v="7821"/>
          <ac:spMkLst>
            <pc:docMk/>
            <pc:sldMk cId="2534048239" sldId="1186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6T03:06:26.429" v="6247"/>
          <ac:spMkLst>
            <pc:docMk/>
            <pc:sldMk cId="2534048239" sldId="1186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6T03:06:26.468" v="6248"/>
          <ac:spMkLst>
            <pc:docMk/>
            <pc:sldMk cId="2534048239" sldId="1186"/>
            <ac:spMk id="7" creationId="{0953B07E-4160-8760-EC10-39965AF8CAAE}"/>
          </ac:spMkLst>
        </pc:spChg>
        <pc:spChg chg="add mod">
          <ac:chgData name="유예나" userId="56804d69-2be5-4f9a-85f3-71ac819806f9" providerId="ADAL" clId="{58D894AC-7E04-41DB-A3C3-482DED13BEE6}" dt="2024-01-26T03:02:29.779" v="6123" actId="164"/>
          <ac:spMkLst>
            <pc:docMk/>
            <pc:sldMk cId="2534048239" sldId="1186"/>
            <ac:spMk id="15" creationId="{3D94651C-9BD4-7110-8D78-DA48AE4EDB81}"/>
          </ac:spMkLst>
        </pc:spChg>
        <pc:spChg chg="add mod">
          <ac:chgData name="유예나" userId="56804d69-2be5-4f9a-85f3-71ac819806f9" providerId="ADAL" clId="{58D894AC-7E04-41DB-A3C3-482DED13BEE6}" dt="2024-01-26T03:02:29.779" v="6123" actId="164"/>
          <ac:spMkLst>
            <pc:docMk/>
            <pc:sldMk cId="2534048239" sldId="1186"/>
            <ac:spMk id="18" creationId="{7C1740EA-A9AD-837C-550C-7FCF6710A186}"/>
          </ac:spMkLst>
        </pc:spChg>
        <pc:spChg chg="add del">
          <ac:chgData name="유예나" userId="56804d69-2be5-4f9a-85f3-71ac819806f9" providerId="ADAL" clId="{58D894AC-7E04-41DB-A3C3-482DED13BEE6}" dt="2024-01-26T03:04:06.086" v="6130" actId="22"/>
          <ac:spMkLst>
            <pc:docMk/>
            <pc:sldMk cId="2534048239" sldId="1186"/>
            <ac:spMk id="21" creationId="{68BEC03C-22A7-F1C5-0A9E-C6159A4025CE}"/>
          </ac:spMkLst>
        </pc:spChg>
        <pc:spChg chg="mod">
          <ac:chgData name="유예나" userId="56804d69-2be5-4f9a-85f3-71ac819806f9" providerId="ADAL" clId="{58D894AC-7E04-41DB-A3C3-482DED13BEE6}" dt="2024-01-26T03:04:56.356" v="6139"/>
          <ac:spMkLst>
            <pc:docMk/>
            <pc:sldMk cId="2534048239" sldId="1186"/>
            <ac:spMk id="26" creationId="{FA67809E-1239-9CDE-129A-B6AED06AB8DA}"/>
          </ac:spMkLst>
        </pc:spChg>
        <pc:spChg chg="mod">
          <ac:chgData name="유예나" userId="56804d69-2be5-4f9a-85f3-71ac819806f9" providerId="ADAL" clId="{58D894AC-7E04-41DB-A3C3-482DED13BEE6}" dt="2024-01-26T03:06:26.378" v="6246"/>
          <ac:spMkLst>
            <pc:docMk/>
            <pc:sldMk cId="2534048239" sldId="1186"/>
            <ac:spMk id="27" creationId="{D3BB753B-0AB2-E00A-D43B-E52FA1AB5F92}"/>
          </ac:spMkLst>
        </pc:spChg>
        <pc:spChg chg="mod">
          <ac:chgData name="유예나" userId="56804d69-2be5-4f9a-85f3-71ac819806f9" providerId="ADAL" clId="{58D894AC-7E04-41DB-A3C3-482DED13BEE6}" dt="2024-01-26T03:05:58.199" v="6200"/>
          <ac:spMkLst>
            <pc:docMk/>
            <pc:sldMk cId="2534048239" sldId="1186"/>
            <ac:spMk id="29" creationId="{3507B23A-BAAE-194B-E51F-EFFF9FC9977A}"/>
          </ac:spMkLst>
        </pc:spChg>
        <pc:spChg chg="mod">
          <ac:chgData name="유예나" userId="56804d69-2be5-4f9a-85f3-71ac819806f9" providerId="ADAL" clId="{58D894AC-7E04-41DB-A3C3-482DED13BEE6}" dt="2024-01-26T03:06:23.398" v="6222" actId="6549"/>
          <ac:spMkLst>
            <pc:docMk/>
            <pc:sldMk cId="2534048239" sldId="1186"/>
            <ac:spMk id="30" creationId="{B33C7F2C-CC37-A800-844A-938F19424391}"/>
          </ac:spMkLst>
        </pc:spChg>
        <pc:grpChg chg="del mod">
          <ac:chgData name="유예나" userId="56804d69-2be5-4f9a-85f3-71ac819806f9" providerId="ADAL" clId="{58D894AC-7E04-41DB-A3C3-482DED13BEE6}" dt="2024-01-26T03:01:52.909" v="6100" actId="478"/>
          <ac:grpSpMkLst>
            <pc:docMk/>
            <pc:sldMk cId="2534048239" sldId="1186"/>
            <ac:grpSpMk id="10" creationId="{22BF16CE-C644-48B8-E9A6-6CA9A38CD6F0}"/>
          </ac:grpSpMkLst>
        </pc:grpChg>
        <pc:grpChg chg="del">
          <ac:chgData name="유예나" userId="56804d69-2be5-4f9a-85f3-71ac819806f9" providerId="ADAL" clId="{58D894AC-7E04-41DB-A3C3-482DED13BEE6}" dt="2024-01-26T03:01:51.890" v="6098" actId="478"/>
          <ac:grpSpMkLst>
            <pc:docMk/>
            <pc:sldMk cId="2534048239" sldId="1186"/>
            <ac:grpSpMk id="16" creationId="{5C0DECD6-6708-E1DC-4ED7-15F4BF2F8CC8}"/>
          </ac:grpSpMkLst>
        </pc:grpChg>
        <pc:grpChg chg="add del mod">
          <ac:chgData name="유예나" userId="56804d69-2be5-4f9a-85f3-71ac819806f9" providerId="ADAL" clId="{58D894AC-7E04-41DB-A3C3-482DED13BEE6}" dt="2024-01-26T03:06:28.601" v="6255" actId="478"/>
          <ac:grpSpMkLst>
            <pc:docMk/>
            <pc:sldMk cId="2534048239" sldId="1186"/>
            <ac:grpSpMk id="19" creationId="{E1654BD0-971E-C82D-CC63-920D463E2953}"/>
          </ac:grpSpMkLst>
        </pc:grpChg>
        <pc:grpChg chg="add mod">
          <ac:chgData name="유예나" userId="56804d69-2be5-4f9a-85f3-71ac819806f9" providerId="ADAL" clId="{58D894AC-7E04-41DB-A3C3-482DED13BEE6}" dt="2024-01-26T03:06:22.166" v="6218" actId="1076"/>
          <ac:grpSpMkLst>
            <pc:docMk/>
            <pc:sldMk cId="2534048239" sldId="1186"/>
            <ac:grpSpMk id="25" creationId="{8642389F-BC27-EE68-A53A-D423A2D31A35}"/>
          </ac:grpSpMkLst>
        </pc:grpChg>
        <pc:grpChg chg="add mod">
          <ac:chgData name="유예나" userId="56804d69-2be5-4f9a-85f3-71ac819806f9" providerId="ADAL" clId="{58D894AC-7E04-41DB-A3C3-482DED13BEE6}" dt="2024-01-26T03:06:23.615" v="6223" actId="1076"/>
          <ac:grpSpMkLst>
            <pc:docMk/>
            <pc:sldMk cId="2534048239" sldId="1186"/>
            <ac:grpSpMk id="28" creationId="{8DE27F7C-511C-E67A-C0C4-534FE7B63FE8}"/>
          </ac:grpSpMkLst>
        </pc:grpChg>
        <pc:picChg chg="add mod">
          <ac:chgData name="유예나" userId="56804d69-2be5-4f9a-85f3-71ac819806f9" providerId="ADAL" clId="{58D894AC-7E04-41DB-A3C3-482DED13BEE6}" dt="2024-01-26T03:02:29.779" v="6123" actId="164"/>
          <ac:picMkLst>
            <pc:docMk/>
            <pc:sldMk cId="2534048239" sldId="1186"/>
            <ac:picMk id="9" creationId="{A729ECA5-2DCB-CB49-FBC6-291866C0CA19}"/>
          </ac:picMkLst>
        </pc:picChg>
        <pc:picChg chg="add mod">
          <ac:chgData name="유예나" userId="56804d69-2be5-4f9a-85f3-71ac819806f9" providerId="ADAL" clId="{58D894AC-7E04-41DB-A3C3-482DED13BEE6}" dt="2024-01-26T03:01:58.148" v="6101"/>
          <ac:picMkLst>
            <pc:docMk/>
            <pc:sldMk cId="2534048239" sldId="1186"/>
            <ac:picMk id="13" creationId="{3FD71B64-6EDE-7FDA-D832-3557F1E920C0}"/>
          </ac:picMkLst>
        </pc:picChg>
        <pc:picChg chg="del">
          <ac:chgData name="유예나" userId="56804d69-2be5-4f9a-85f3-71ac819806f9" providerId="ADAL" clId="{58D894AC-7E04-41DB-A3C3-482DED13BEE6}" dt="2024-01-26T03:01:31.252" v="6061" actId="478"/>
          <ac:picMkLst>
            <pc:docMk/>
            <pc:sldMk cId="2534048239" sldId="1186"/>
            <ac:picMk id="14" creationId="{B5BB959A-1808-BADB-0651-3BB4C69F7A72}"/>
          </ac:picMkLst>
        </pc:picChg>
        <pc:picChg chg="add del mod">
          <ac:chgData name="유예나" userId="56804d69-2be5-4f9a-85f3-71ac819806f9" providerId="ADAL" clId="{58D894AC-7E04-41DB-A3C3-482DED13BEE6}" dt="2024-01-26T03:06:27.164" v="6252" actId="22"/>
          <ac:picMkLst>
            <pc:docMk/>
            <pc:sldMk cId="2534048239" sldId="1186"/>
            <ac:picMk id="24" creationId="{08E51C29-6D28-462B-CAAC-9099F6EA628C}"/>
          </ac:picMkLst>
        </pc:picChg>
      </pc:sldChg>
      <pc:sldChg chg="addSp delSp modSp add mod modClrScheme chgLayout">
        <pc:chgData name="유예나" userId="56804d69-2be5-4f9a-85f3-71ac819806f9" providerId="ADAL" clId="{58D894AC-7E04-41DB-A3C3-482DED13BEE6}" dt="2024-01-29T05:18:13.904" v="9387"/>
        <pc:sldMkLst>
          <pc:docMk/>
          <pc:sldMk cId="1084553033" sldId="1187"/>
        </pc:sldMkLst>
        <pc:spChg chg="mod ord">
          <ac:chgData name="유예나" userId="56804d69-2be5-4f9a-85f3-71ac819806f9" providerId="ADAL" clId="{58D894AC-7E04-41DB-A3C3-482DED13BEE6}" dt="2024-01-26T05:48:07.436" v="7766" actId="700"/>
          <ac:spMkLst>
            <pc:docMk/>
            <pc:sldMk cId="1084553033" sldId="1187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6T05:48:07.436" v="7766" actId="700"/>
          <ac:spMkLst>
            <pc:docMk/>
            <pc:sldMk cId="1084553033" sldId="1187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6T05:48:07.436" v="7766" actId="700"/>
          <ac:spMkLst>
            <pc:docMk/>
            <pc:sldMk cId="1084553033" sldId="1187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6T05:48:07.436" v="7766" actId="700"/>
          <ac:spMkLst>
            <pc:docMk/>
            <pc:sldMk cId="1084553033" sldId="1187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6T05:48:07.436" v="7766" actId="700"/>
          <ac:spMkLst>
            <pc:docMk/>
            <pc:sldMk cId="1084553033" sldId="1187"/>
            <ac:spMk id="6" creationId="{A53606D2-C5A0-42E5-B1CF-5BBD4D5E5F90}"/>
          </ac:spMkLst>
        </pc:spChg>
        <pc:spChg chg="mod ord">
          <ac:chgData name="유예나" userId="56804d69-2be5-4f9a-85f3-71ac819806f9" providerId="ADAL" clId="{58D894AC-7E04-41DB-A3C3-482DED13BEE6}" dt="2024-01-29T05:18:13.904" v="9387"/>
          <ac:spMkLst>
            <pc:docMk/>
            <pc:sldMk cId="1084553033" sldId="1187"/>
            <ac:spMk id="8" creationId="{D5A86BBA-7A94-48CD-B535-19792F337EC2}"/>
          </ac:spMkLst>
        </pc:spChg>
        <pc:spChg chg="del mod">
          <ac:chgData name="유예나" userId="56804d69-2be5-4f9a-85f3-71ac819806f9" providerId="ADAL" clId="{58D894AC-7E04-41DB-A3C3-482DED13BEE6}" dt="2024-01-26T03:56:02.685" v="7533" actId="478"/>
          <ac:spMkLst>
            <pc:docMk/>
            <pc:sldMk cId="1084553033" sldId="1187"/>
            <ac:spMk id="11" creationId="{7815317D-407C-FE0D-98BE-000A59CFCB79}"/>
          </ac:spMkLst>
        </pc:spChg>
        <pc:spChg chg="mod">
          <ac:chgData name="유예나" userId="56804d69-2be5-4f9a-85f3-71ac819806f9" providerId="ADAL" clId="{58D894AC-7E04-41DB-A3C3-482DED13BEE6}" dt="2024-01-26T03:14:09.274" v="6300"/>
          <ac:spMkLst>
            <pc:docMk/>
            <pc:sldMk cId="1084553033" sldId="1187"/>
            <ac:spMk id="14" creationId="{7367B373-4C80-299D-901C-07A6B2DC45C5}"/>
          </ac:spMkLst>
        </pc:spChg>
        <pc:spChg chg="mod">
          <ac:chgData name="유예나" userId="56804d69-2be5-4f9a-85f3-71ac819806f9" providerId="ADAL" clId="{58D894AC-7E04-41DB-A3C3-482DED13BEE6}" dt="2024-01-26T03:14:09.274" v="6300"/>
          <ac:spMkLst>
            <pc:docMk/>
            <pc:sldMk cId="1084553033" sldId="1187"/>
            <ac:spMk id="15" creationId="{EC4EF3B8-687D-AFD6-CAF3-E655A21D514C}"/>
          </ac:spMkLst>
        </pc:spChg>
        <pc:spChg chg="mod">
          <ac:chgData name="유예나" userId="56804d69-2be5-4f9a-85f3-71ac819806f9" providerId="ADAL" clId="{58D894AC-7E04-41DB-A3C3-482DED13BEE6}" dt="2024-01-26T03:14:09.274" v="6300"/>
          <ac:spMkLst>
            <pc:docMk/>
            <pc:sldMk cId="1084553033" sldId="1187"/>
            <ac:spMk id="17" creationId="{8ECC7749-AF54-63C7-9A37-C6874568A25E}"/>
          </ac:spMkLst>
        </pc:spChg>
        <pc:spChg chg="mod">
          <ac:chgData name="유예나" userId="56804d69-2be5-4f9a-85f3-71ac819806f9" providerId="ADAL" clId="{58D894AC-7E04-41DB-A3C3-482DED13BEE6}" dt="2024-01-26T03:14:09.274" v="6300"/>
          <ac:spMkLst>
            <pc:docMk/>
            <pc:sldMk cId="1084553033" sldId="1187"/>
            <ac:spMk id="18" creationId="{21E7FD38-2753-C8AC-42A0-371963FE33AF}"/>
          </ac:spMkLst>
        </pc:spChg>
        <pc:spChg chg="mod">
          <ac:chgData name="유예나" userId="56804d69-2be5-4f9a-85f3-71ac819806f9" providerId="ADAL" clId="{58D894AC-7E04-41DB-A3C3-482DED13BEE6}" dt="2024-01-26T03:14:11.306" v="6301"/>
          <ac:spMkLst>
            <pc:docMk/>
            <pc:sldMk cId="1084553033" sldId="1187"/>
            <ac:spMk id="20" creationId="{9BADA5AE-1017-C5FB-C906-E5D7A2524EE9}"/>
          </ac:spMkLst>
        </pc:spChg>
        <pc:spChg chg="mod">
          <ac:chgData name="유예나" userId="56804d69-2be5-4f9a-85f3-71ac819806f9" providerId="ADAL" clId="{58D894AC-7E04-41DB-A3C3-482DED13BEE6}" dt="2024-01-26T03:14:42.530" v="6315" actId="20577"/>
          <ac:spMkLst>
            <pc:docMk/>
            <pc:sldMk cId="1084553033" sldId="1187"/>
            <ac:spMk id="21" creationId="{612E76CD-D034-F66F-064D-B99D85FB0CF8}"/>
          </ac:spMkLst>
        </pc:spChg>
        <pc:spChg chg="mod">
          <ac:chgData name="유예나" userId="56804d69-2be5-4f9a-85f3-71ac819806f9" providerId="ADAL" clId="{58D894AC-7E04-41DB-A3C3-482DED13BEE6}" dt="2024-01-26T03:14:11.306" v="6301"/>
          <ac:spMkLst>
            <pc:docMk/>
            <pc:sldMk cId="1084553033" sldId="1187"/>
            <ac:spMk id="23" creationId="{62624335-F063-07C6-D3D6-FC2C02BE9E42}"/>
          </ac:spMkLst>
        </pc:spChg>
        <pc:spChg chg="mod">
          <ac:chgData name="유예나" userId="56804d69-2be5-4f9a-85f3-71ac819806f9" providerId="ADAL" clId="{58D894AC-7E04-41DB-A3C3-482DED13BEE6}" dt="2024-01-26T03:17:13.003" v="6804" actId="20577"/>
          <ac:spMkLst>
            <pc:docMk/>
            <pc:sldMk cId="1084553033" sldId="1187"/>
            <ac:spMk id="24" creationId="{BF7162B1-A1F7-9644-DD47-34E909A4479F}"/>
          </ac:spMkLst>
        </pc:spChg>
        <pc:spChg chg="add mod">
          <ac:chgData name="유예나" userId="56804d69-2be5-4f9a-85f3-71ac819806f9" providerId="ADAL" clId="{58D894AC-7E04-41DB-A3C3-482DED13BEE6}" dt="2024-01-26T03:54:04.483" v="7457" actId="164"/>
          <ac:spMkLst>
            <pc:docMk/>
            <pc:sldMk cId="1084553033" sldId="1187"/>
            <ac:spMk id="25" creationId="{5239DF6D-F57B-AD00-3D84-B70AF9BFDAC1}"/>
          </ac:spMkLst>
        </pc:spChg>
        <pc:grpChg chg="add del mod">
          <ac:chgData name="유예나" userId="56804d69-2be5-4f9a-85f3-71ac819806f9" providerId="ADAL" clId="{58D894AC-7E04-41DB-A3C3-482DED13BEE6}" dt="2024-01-26T03:56:02.685" v="7533" actId="478"/>
          <ac:grpSpMkLst>
            <pc:docMk/>
            <pc:sldMk cId="1084553033" sldId="1187"/>
            <ac:grpSpMk id="12" creationId="{5C57539E-43E4-CE80-BB0D-4A0DC4AF4D82}"/>
          </ac:grpSpMkLst>
        </pc:grpChg>
        <pc:grpChg chg="add mod">
          <ac:chgData name="유예나" userId="56804d69-2be5-4f9a-85f3-71ac819806f9" providerId="ADAL" clId="{58D894AC-7E04-41DB-A3C3-482DED13BEE6}" dt="2024-01-26T03:14:09.274" v="6300"/>
          <ac:grpSpMkLst>
            <pc:docMk/>
            <pc:sldMk cId="1084553033" sldId="1187"/>
            <ac:grpSpMk id="13" creationId="{290A3FB4-DACB-5106-7B7B-A7A814BA52B0}"/>
          </ac:grpSpMkLst>
        </pc:grpChg>
        <pc:grpChg chg="add mod">
          <ac:chgData name="유예나" userId="56804d69-2be5-4f9a-85f3-71ac819806f9" providerId="ADAL" clId="{58D894AC-7E04-41DB-A3C3-482DED13BEE6}" dt="2024-01-26T03:14:09.274" v="6300"/>
          <ac:grpSpMkLst>
            <pc:docMk/>
            <pc:sldMk cId="1084553033" sldId="1187"/>
            <ac:grpSpMk id="16" creationId="{181B660C-0706-2A69-A3E0-214874E58B3E}"/>
          </ac:grpSpMkLst>
        </pc:grpChg>
        <pc:grpChg chg="add mod">
          <ac:chgData name="유예나" userId="56804d69-2be5-4f9a-85f3-71ac819806f9" providerId="ADAL" clId="{58D894AC-7E04-41DB-A3C3-482DED13BEE6}" dt="2024-01-26T03:16:46.634" v="6751" actId="1076"/>
          <ac:grpSpMkLst>
            <pc:docMk/>
            <pc:sldMk cId="1084553033" sldId="1187"/>
            <ac:grpSpMk id="19" creationId="{B544C710-C759-DE26-DCA9-223C0745F14F}"/>
          </ac:grpSpMkLst>
        </pc:grpChg>
        <pc:grpChg chg="add mod">
          <ac:chgData name="유예나" userId="56804d69-2be5-4f9a-85f3-71ac819806f9" providerId="ADAL" clId="{58D894AC-7E04-41DB-A3C3-482DED13BEE6}" dt="2024-01-26T03:14:11.306" v="6301"/>
          <ac:grpSpMkLst>
            <pc:docMk/>
            <pc:sldMk cId="1084553033" sldId="1187"/>
            <ac:grpSpMk id="22" creationId="{195942BA-5EB2-9F79-8935-D212E7919ACA}"/>
          </ac:grpSpMkLst>
        </pc:grpChg>
        <pc:grpChg chg="add mod">
          <ac:chgData name="유예나" userId="56804d69-2be5-4f9a-85f3-71ac819806f9" providerId="ADAL" clId="{58D894AC-7E04-41DB-A3C3-482DED13BEE6}" dt="2024-01-26T03:54:04.483" v="7457" actId="164"/>
          <ac:grpSpMkLst>
            <pc:docMk/>
            <pc:sldMk cId="1084553033" sldId="1187"/>
            <ac:grpSpMk id="26" creationId="{8F525735-5B50-F8AE-2E36-FC58894A17A6}"/>
          </ac:grpSpMkLst>
        </pc:grpChg>
        <pc:picChg chg="add mod ord">
          <ac:chgData name="유예나" userId="56804d69-2be5-4f9a-85f3-71ac819806f9" providerId="ADAL" clId="{58D894AC-7E04-41DB-A3C3-482DED13BEE6}" dt="2024-01-26T03:13:12.026" v="6291" actId="208"/>
          <ac:picMkLst>
            <pc:docMk/>
            <pc:sldMk cId="1084553033" sldId="1187"/>
            <ac:picMk id="9" creationId="{AD156E1C-2E63-5152-7BF8-A3CC04017EBC}"/>
          </ac:picMkLst>
        </pc:picChg>
        <pc:picChg chg="del mod">
          <ac:chgData name="유예나" userId="56804d69-2be5-4f9a-85f3-71ac819806f9" providerId="ADAL" clId="{58D894AC-7E04-41DB-A3C3-482DED13BEE6}" dt="2024-01-26T03:12:34.504" v="6269" actId="478"/>
          <ac:picMkLst>
            <pc:docMk/>
            <pc:sldMk cId="1084553033" sldId="1187"/>
            <ac:picMk id="10" creationId="{7240F031-2B07-726D-5E25-6CD694FF6F0E}"/>
          </ac:picMkLst>
        </pc:picChg>
      </pc:sldChg>
      <pc:sldChg chg="add del">
        <pc:chgData name="유예나" userId="56804d69-2be5-4f9a-85f3-71ac819806f9" providerId="ADAL" clId="{58D894AC-7E04-41DB-A3C3-482DED13BEE6}" dt="2024-01-26T03:12:08.949" v="6266"/>
        <pc:sldMkLst>
          <pc:docMk/>
          <pc:sldMk cId="1613549559" sldId="1187"/>
        </pc:sldMkLst>
      </pc:sldChg>
      <pc:sldChg chg="addSp delSp modSp add mod">
        <pc:chgData name="유예나" userId="56804d69-2be5-4f9a-85f3-71ac819806f9" providerId="ADAL" clId="{58D894AC-7E04-41DB-A3C3-482DED13BEE6}" dt="2024-01-26T03:48:53.758" v="7312" actId="20577"/>
        <pc:sldMkLst>
          <pc:docMk/>
          <pc:sldMk cId="3511289372" sldId="1188"/>
        </pc:sldMkLst>
        <pc:spChg chg="mod">
          <ac:chgData name="유예나" userId="56804d69-2be5-4f9a-85f3-71ac819806f9" providerId="ADAL" clId="{58D894AC-7E04-41DB-A3C3-482DED13BEE6}" dt="2024-01-26T03:19:20.924" v="6807"/>
          <ac:spMkLst>
            <pc:docMk/>
            <pc:sldMk cId="3511289372" sldId="1188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3:19:27.779" v="6809"/>
          <ac:spMkLst>
            <pc:docMk/>
            <pc:sldMk cId="3511289372" sldId="1188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6T03:23:16.792" v="6833"/>
          <ac:spMkLst>
            <pc:docMk/>
            <pc:sldMk cId="3511289372" sldId="1188"/>
            <ac:spMk id="5" creationId="{8E5D141B-F47E-4265-8F69-D191722C6659}"/>
          </ac:spMkLst>
        </pc:spChg>
        <pc:spChg chg="mod">
          <ac:chgData name="유예나" userId="56804d69-2be5-4f9a-85f3-71ac819806f9" providerId="ADAL" clId="{58D894AC-7E04-41DB-A3C3-482DED13BEE6}" dt="2024-01-26T03:48:53.758" v="7312" actId="20577"/>
          <ac:spMkLst>
            <pc:docMk/>
            <pc:sldMk cId="3511289372" sldId="1188"/>
            <ac:spMk id="8" creationId="{D5A86BBA-7A94-48CD-B535-19792F337EC2}"/>
          </ac:spMkLst>
        </pc:spChg>
        <pc:spChg chg="add mod">
          <ac:chgData name="유예나" userId="56804d69-2be5-4f9a-85f3-71ac819806f9" providerId="ADAL" clId="{58D894AC-7E04-41DB-A3C3-482DED13BEE6}" dt="2024-01-26T03:26:34.310" v="7295" actId="164"/>
          <ac:spMkLst>
            <pc:docMk/>
            <pc:sldMk cId="3511289372" sldId="1188"/>
            <ac:spMk id="11" creationId="{3D79158E-11F4-A37E-4BA4-A7E00D052712}"/>
          </ac:spMkLst>
        </pc:spChg>
        <pc:spChg chg="add mod">
          <ac:chgData name="유예나" userId="56804d69-2be5-4f9a-85f3-71ac819806f9" providerId="ADAL" clId="{58D894AC-7E04-41DB-A3C3-482DED13BEE6}" dt="2024-01-26T03:26:34.310" v="7295" actId="164"/>
          <ac:spMkLst>
            <pc:docMk/>
            <pc:sldMk cId="3511289372" sldId="1188"/>
            <ac:spMk id="12" creationId="{3A91A3A5-3E4F-9B65-A613-8BA5BF4E2736}"/>
          </ac:spMkLst>
        </pc:spChg>
        <pc:spChg chg="mod">
          <ac:chgData name="유예나" userId="56804d69-2be5-4f9a-85f3-71ac819806f9" providerId="ADAL" clId="{58D894AC-7E04-41DB-A3C3-482DED13BEE6}" dt="2024-01-26T03:25:14.935" v="7190"/>
          <ac:spMkLst>
            <pc:docMk/>
            <pc:sldMk cId="3511289372" sldId="1188"/>
            <ac:spMk id="14" creationId="{F79377E0-7E68-CB06-74A8-42DEF7A6A547}"/>
          </ac:spMkLst>
        </pc:spChg>
        <pc:spChg chg="mod">
          <ac:chgData name="유예나" userId="56804d69-2be5-4f9a-85f3-71ac819806f9" providerId="ADAL" clId="{58D894AC-7E04-41DB-A3C3-482DED13BEE6}" dt="2024-01-26T03:25:44.973" v="7207" actId="20577"/>
          <ac:spMkLst>
            <pc:docMk/>
            <pc:sldMk cId="3511289372" sldId="1188"/>
            <ac:spMk id="15" creationId="{BB352913-12E1-8279-0812-5779D7AC5635}"/>
          </ac:spMkLst>
        </pc:spChg>
        <pc:spChg chg="mod">
          <ac:chgData name="유예나" userId="56804d69-2be5-4f9a-85f3-71ac819806f9" providerId="ADAL" clId="{58D894AC-7E04-41DB-A3C3-482DED13BEE6}" dt="2024-01-26T03:25:14.935" v="7190"/>
          <ac:spMkLst>
            <pc:docMk/>
            <pc:sldMk cId="3511289372" sldId="1188"/>
            <ac:spMk id="17" creationId="{3AEC4B20-D42E-F29C-5D43-91667B6FB00C}"/>
          </ac:spMkLst>
        </pc:spChg>
        <pc:spChg chg="mod">
          <ac:chgData name="유예나" userId="56804d69-2be5-4f9a-85f3-71ac819806f9" providerId="ADAL" clId="{58D894AC-7E04-41DB-A3C3-482DED13BEE6}" dt="2024-01-26T03:25:52.518" v="7211" actId="207"/>
          <ac:spMkLst>
            <pc:docMk/>
            <pc:sldMk cId="3511289372" sldId="1188"/>
            <ac:spMk id="18" creationId="{081432BE-AD1D-5C4F-76EA-194E5B802148}"/>
          </ac:spMkLst>
        </pc:spChg>
        <pc:grpChg chg="add mod">
          <ac:chgData name="유예나" userId="56804d69-2be5-4f9a-85f3-71ac819806f9" providerId="ADAL" clId="{58D894AC-7E04-41DB-A3C3-482DED13BEE6}" dt="2024-01-26T03:26:21.452" v="7293" actId="1076"/>
          <ac:grpSpMkLst>
            <pc:docMk/>
            <pc:sldMk cId="3511289372" sldId="1188"/>
            <ac:grpSpMk id="13" creationId="{D36691CF-ABAF-3749-7634-4FB77FA8E723}"/>
          </ac:grpSpMkLst>
        </pc:grpChg>
        <pc:grpChg chg="add mod">
          <ac:chgData name="유예나" userId="56804d69-2be5-4f9a-85f3-71ac819806f9" providerId="ADAL" clId="{58D894AC-7E04-41DB-A3C3-482DED13BEE6}" dt="2024-01-26T03:26:19.669" v="7292" actId="1076"/>
          <ac:grpSpMkLst>
            <pc:docMk/>
            <pc:sldMk cId="3511289372" sldId="1188"/>
            <ac:grpSpMk id="16" creationId="{69287415-E7D3-31D9-1B25-98E8BAB6697B}"/>
          </ac:grpSpMkLst>
        </pc:grpChg>
        <pc:grpChg chg="add mod">
          <ac:chgData name="유예나" userId="56804d69-2be5-4f9a-85f3-71ac819806f9" providerId="ADAL" clId="{58D894AC-7E04-41DB-A3C3-482DED13BEE6}" dt="2024-01-26T03:26:34.310" v="7295" actId="164"/>
          <ac:grpSpMkLst>
            <pc:docMk/>
            <pc:sldMk cId="3511289372" sldId="1188"/>
            <ac:grpSpMk id="19" creationId="{1A333CB4-EB8D-D0E8-0C36-9E12D426C4E1}"/>
          </ac:grpSpMkLst>
        </pc:grpChg>
        <pc:picChg chg="add mod">
          <ac:chgData name="유예나" userId="56804d69-2be5-4f9a-85f3-71ac819806f9" providerId="ADAL" clId="{58D894AC-7E04-41DB-A3C3-482DED13BEE6}" dt="2024-01-26T03:26:34.310" v="7295" actId="164"/>
          <ac:picMkLst>
            <pc:docMk/>
            <pc:sldMk cId="3511289372" sldId="1188"/>
            <ac:picMk id="9" creationId="{C03EBD4F-3D43-8891-F79D-1E3F17853386}"/>
          </ac:picMkLst>
        </pc:picChg>
        <pc:picChg chg="del">
          <ac:chgData name="유예나" userId="56804d69-2be5-4f9a-85f3-71ac819806f9" providerId="ADAL" clId="{58D894AC-7E04-41DB-A3C3-482DED13BEE6}" dt="2024-01-26T03:19:30.837" v="6810" actId="478"/>
          <ac:picMkLst>
            <pc:docMk/>
            <pc:sldMk cId="3511289372" sldId="1188"/>
            <ac:picMk id="10" creationId="{4DE44387-0881-676C-78C4-395ACE2170BC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6T03:50:34.589" v="7376" actId="22"/>
        <pc:sldMkLst>
          <pc:docMk/>
          <pc:sldMk cId="3128855274" sldId="1189"/>
        </pc:sldMkLst>
        <pc:spChg chg="mod">
          <ac:chgData name="유예나" userId="56804d69-2be5-4f9a-85f3-71ac819806f9" providerId="ADAL" clId="{58D894AC-7E04-41DB-A3C3-482DED13BEE6}" dt="2024-01-26T03:50:16.883" v="7373"/>
          <ac:spMkLst>
            <pc:docMk/>
            <pc:sldMk cId="3128855274" sldId="1189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3:50:22.462" v="7374"/>
          <ac:spMkLst>
            <pc:docMk/>
            <pc:sldMk cId="3128855274" sldId="1189"/>
            <ac:spMk id="4" creationId="{4058C1A1-806B-4836-BE0C-90CAABEF4277}"/>
          </ac:spMkLst>
        </pc:spChg>
        <pc:spChg chg="add del mod">
          <ac:chgData name="유예나" userId="56804d69-2be5-4f9a-85f3-71ac819806f9" providerId="ADAL" clId="{58D894AC-7E04-41DB-A3C3-482DED13BEE6}" dt="2024-01-26T03:50:09.999" v="7370" actId="478"/>
          <ac:spMkLst>
            <pc:docMk/>
            <pc:sldMk cId="3128855274" sldId="1189"/>
            <ac:spMk id="8" creationId="{D5A86BBA-7A94-48CD-B535-19792F337EC2}"/>
          </ac:spMkLst>
        </pc:spChg>
        <pc:spChg chg="del topLvl">
          <ac:chgData name="유예나" userId="56804d69-2be5-4f9a-85f3-71ac819806f9" providerId="ADAL" clId="{58D894AC-7E04-41DB-A3C3-482DED13BEE6}" dt="2024-01-26T03:49:54.053" v="7360" actId="478"/>
          <ac:spMkLst>
            <pc:docMk/>
            <pc:sldMk cId="3128855274" sldId="1189"/>
            <ac:spMk id="11" creationId="{3D79158E-11F4-A37E-4BA4-A7E00D052712}"/>
          </ac:spMkLst>
        </pc:spChg>
        <pc:spChg chg="mod topLvl">
          <ac:chgData name="유예나" userId="56804d69-2be5-4f9a-85f3-71ac819806f9" providerId="ADAL" clId="{58D894AC-7E04-41DB-A3C3-482DED13BEE6}" dt="2024-01-26T03:50:07.935" v="7368" actId="164"/>
          <ac:spMkLst>
            <pc:docMk/>
            <pc:sldMk cId="3128855274" sldId="1189"/>
            <ac:spMk id="12" creationId="{3A91A3A5-3E4F-9B65-A613-8BA5BF4E2736}"/>
          </ac:spMkLst>
        </pc:spChg>
        <pc:spChg chg="add mod">
          <ac:chgData name="유예나" userId="56804d69-2be5-4f9a-85f3-71ac819806f9" providerId="ADAL" clId="{58D894AC-7E04-41DB-A3C3-482DED13BEE6}" dt="2024-01-26T03:49:58.464" v="7363" actId="571"/>
          <ac:spMkLst>
            <pc:docMk/>
            <pc:sldMk cId="3128855274" sldId="1189"/>
            <ac:spMk id="20" creationId="{DEBD3168-DAB7-B68A-0B9B-EF3042306B23}"/>
          </ac:spMkLst>
        </pc:spChg>
        <pc:spChg chg="add mod">
          <ac:chgData name="유예나" userId="56804d69-2be5-4f9a-85f3-71ac819806f9" providerId="ADAL" clId="{58D894AC-7E04-41DB-A3C3-482DED13BEE6}" dt="2024-01-26T03:49:57.650" v="7362"/>
          <ac:spMkLst>
            <pc:docMk/>
            <pc:sldMk cId="3128855274" sldId="1189"/>
            <ac:spMk id="21" creationId="{244DFC14-CC37-7F92-247B-16320DA1717A}"/>
          </ac:spMkLst>
        </pc:spChg>
        <pc:spChg chg="add mod">
          <ac:chgData name="유예나" userId="56804d69-2be5-4f9a-85f3-71ac819806f9" providerId="ADAL" clId="{58D894AC-7E04-41DB-A3C3-482DED13BEE6}" dt="2024-01-26T03:50:07.935" v="7368" actId="164"/>
          <ac:spMkLst>
            <pc:docMk/>
            <pc:sldMk cId="3128855274" sldId="1189"/>
            <ac:spMk id="22" creationId="{6CA5C99C-6D2D-9BAA-9D78-BDF8B9C10C16}"/>
          </ac:spMkLst>
        </pc:spChg>
        <pc:spChg chg="add del mod">
          <ac:chgData name="유예나" userId="56804d69-2be5-4f9a-85f3-71ac819806f9" providerId="ADAL" clId="{58D894AC-7E04-41DB-A3C3-482DED13BEE6}" dt="2024-01-26T03:50:09.999" v="7370" actId="478"/>
          <ac:spMkLst>
            <pc:docMk/>
            <pc:sldMk cId="3128855274" sldId="1189"/>
            <ac:spMk id="25" creationId="{D91E9E34-5943-FFFC-F8B3-4E73F811C69B}"/>
          </ac:spMkLst>
        </pc:spChg>
        <pc:spChg chg="add del">
          <ac:chgData name="유예나" userId="56804d69-2be5-4f9a-85f3-71ac819806f9" providerId="ADAL" clId="{58D894AC-7E04-41DB-A3C3-482DED13BEE6}" dt="2024-01-26T03:50:34.589" v="7376" actId="22"/>
          <ac:spMkLst>
            <pc:docMk/>
            <pc:sldMk cId="3128855274" sldId="1189"/>
            <ac:spMk id="27" creationId="{271FCA4F-1906-5C46-ED60-9BA7E706CD32}"/>
          </ac:spMkLst>
        </pc:spChg>
        <pc:grpChg chg="del">
          <ac:chgData name="유예나" userId="56804d69-2be5-4f9a-85f3-71ac819806f9" providerId="ADAL" clId="{58D894AC-7E04-41DB-A3C3-482DED13BEE6}" dt="2024-01-26T03:50:11.129" v="7372" actId="478"/>
          <ac:grpSpMkLst>
            <pc:docMk/>
            <pc:sldMk cId="3128855274" sldId="1189"/>
            <ac:grpSpMk id="13" creationId="{D36691CF-ABAF-3749-7634-4FB77FA8E723}"/>
          </ac:grpSpMkLst>
        </pc:grpChg>
        <pc:grpChg chg="del">
          <ac:chgData name="유예나" userId="56804d69-2be5-4f9a-85f3-71ac819806f9" providerId="ADAL" clId="{58D894AC-7E04-41DB-A3C3-482DED13BEE6}" dt="2024-01-26T03:50:10.735" v="7371" actId="478"/>
          <ac:grpSpMkLst>
            <pc:docMk/>
            <pc:sldMk cId="3128855274" sldId="1189"/>
            <ac:grpSpMk id="16" creationId="{69287415-E7D3-31D9-1B25-98E8BAB6697B}"/>
          </ac:grpSpMkLst>
        </pc:grpChg>
        <pc:grpChg chg="add del">
          <ac:chgData name="유예나" userId="56804d69-2be5-4f9a-85f3-71ac819806f9" providerId="ADAL" clId="{58D894AC-7E04-41DB-A3C3-482DED13BEE6}" dt="2024-01-26T03:49:54.053" v="7360" actId="478"/>
          <ac:grpSpMkLst>
            <pc:docMk/>
            <pc:sldMk cId="3128855274" sldId="1189"/>
            <ac:grpSpMk id="19" creationId="{1A333CB4-EB8D-D0E8-0C36-9E12D426C4E1}"/>
          </ac:grpSpMkLst>
        </pc:grpChg>
        <pc:grpChg chg="add mod">
          <ac:chgData name="유예나" userId="56804d69-2be5-4f9a-85f3-71ac819806f9" providerId="ADAL" clId="{58D894AC-7E04-41DB-A3C3-482DED13BEE6}" dt="2024-01-26T03:50:07.935" v="7368" actId="164"/>
          <ac:grpSpMkLst>
            <pc:docMk/>
            <pc:sldMk cId="3128855274" sldId="1189"/>
            <ac:grpSpMk id="23" creationId="{8F0C5987-3EA6-0CBC-9097-3CA02BCF4889}"/>
          </ac:grpSpMkLst>
        </pc:grpChg>
        <pc:picChg chg="del">
          <ac:chgData name="유예나" userId="56804d69-2be5-4f9a-85f3-71ac819806f9" providerId="ADAL" clId="{58D894AC-7E04-41DB-A3C3-482DED13BEE6}" dt="2024-01-26T03:49:24.652" v="7350" actId="478"/>
          <ac:picMkLst>
            <pc:docMk/>
            <pc:sldMk cId="3128855274" sldId="1189"/>
            <ac:picMk id="9" creationId="{C03EBD4F-3D43-8891-F79D-1E3F17853386}"/>
          </ac:picMkLst>
        </pc:picChg>
        <pc:picChg chg="add mod ord">
          <ac:chgData name="유예나" userId="56804d69-2be5-4f9a-85f3-71ac819806f9" providerId="ADAL" clId="{58D894AC-7E04-41DB-A3C3-482DED13BEE6}" dt="2024-01-26T03:50:07.935" v="7368" actId="164"/>
          <ac:picMkLst>
            <pc:docMk/>
            <pc:sldMk cId="3128855274" sldId="1189"/>
            <ac:picMk id="10" creationId="{57F89471-73E0-514D-46D2-BA934DF7E2BB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6T03:51:36.371" v="7398" actId="22"/>
        <pc:sldMkLst>
          <pc:docMk/>
          <pc:sldMk cId="3983485914" sldId="1190"/>
        </pc:sldMkLst>
        <pc:spChg chg="mod">
          <ac:chgData name="유예나" userId="56804d69-2be5-4f9a-85f3-71ac819806f9" providerId="ADAL" clId="{58D894AC-7E04-41DB-A3C3-482DED13BEE6}" dt="2024-01-26T03:50:48.370" v="7379"/>
          <ac:spMkLst>
            <pc:docMk/>
            <pc:sldMk cId="3983485914" sldId="1190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3:50:55.029" v="7382"/>
          <ac:spMkLst>
            <pc:docMk/>
            <pc:sldMk cId="3983485914" sldId="1190"/>
            <ac:spMk id="4" creationId="{4058C1A1-806B-4836-BE0C-90CAABEF4277}"/>
          </ac:spMkLst>
        </pc:spChg>
        <pc:spChg chg="mod">
          <ac:chgData name="유예나" userId="56804d69-2be5-4f9a-85f3-71ac819806f9" providerId="ADAL" clId="{58D894AC-7E04-41DB-A3C3-482DED13BEE6}" dt="2024-01-26T03:51:17.077" v="7392" actId="1076"/>
          <ac:spMkLst>
            <pc:docMk/>
            <pc:sldMk cId="3983485914" sldId="1190"/>
            <ac:spMk id="8" creationId="{D5A86BBA-7A94-48CD-B535-19792F337EC2}"/>
          </ac:spMkLst>
        </pc:spChg>
        <pc:grpChg chg="add mod">
          <ac:chgData name="유예나" userId="56804d69-2be5-4f9a-85f3-71ac819806f9" providerId="ADAL" clId="{58D894AC-7E04-41DB-A3C3-482DED13BEE6}" dt="2024-01-26T03:51:27.546" v="7396" actId="1076"/>
          <ac:grpSpMkLst>
            <pc:docMk/>
            <pc:sldMk cId="3983485914" sldId="1190"/>
            <ac:grpSpMk id="11" creationId="{11AC7602-2686-521F-AB50-8CBBB8FA86F0}"/>
          </ac:grpSpMkLst>
        </pc:grpChg>
        <pc:grpChg chg="mod">
          <ac:chgData name="유예나" userId="56804d69-2be5-4f9a-85f3-71ac819806f9" providerId="ADAL" clId="{58D894AC-7E04-41DB-A3C3-482DED13BEE6}" dt="2024-01-26T03:51:19.917" v="7393" actId="164"/>
          <ac:grpSpMkLst>
            <pc:docMk/>
            <pc:sldMk cId="3983485914" sldId="1190"/>
            <ac:grpSpMk id="23" creationId="{8F0C5987-3EA6-0CBC-9097-3CA02BCF4889}"/>
          </ac:grpSpMkLst>
        </pc:grpChg>
        <pc:picChg chg="add mod ord">
          <ac:chgData name="유예나" userId="56804d69-2be5-4f9a-85f3-71ac819806f9" providerId="ADAL" clId="{58D894AC-7E04-41DB-A3C3-482DED13BEE6}" dt="2024-01-26T03:51:19.917" v="7393" actId="164"/>
          <ac:picMkLst>
            <pc:docMk/>
            <pc:sldMk cId="3983485914" sldId="1190"/>
            <ac:picMk id="9" creationId="{B434A78C-B7FD-10E2-B6A3-35DBB30CE9F4}"/>
          </ac:picMkLst>
        </pc:picChg>
        <pc:picChg chg="del">
          <ac:chgData name="유예나" userId="56804d69-2be5-4f9a-85f3-71ac819806f9" providerId="ADAL" clId="{58D894AC-7E04-41DB-A3C3-482DED13BEE6}" dt="2024-01-26T03:50:56.325" v="7383" actId="478"/>
          <ac:picMkLst>
            <pc:docMk/>
            <pc:sldMk cId="3983485914" sldId="1190"/>
            <ac:picMk id="10" creationId="{57F89471-73E0-514D-46D2-BA934DF7E2BB}"/>
          </ac:picMkLst>
        </pc:picChg>
        <pc:picChg chg="add del">
          <ac:chgData name="유예나" userId="56804d69-2be5-4f9a-85f3-71ac819806f9" providerId="ADAL" clId="{58D894AC-7E04-41DB-A3C3-482DED13BEE6}" dt="2024-01-26T03:51:36.371" v="7398" actId="22"/>
          <ac:picMkLst>
            <pc:docMk/>
            <pc:sldMk cId="3983485914" sldId="1190"/>
            <ac:picMk id="14" creationId="{4C9DB204-F8B4-0626-9F00-606192C17C8C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6T03:53:09.668" v="7450" actId="1076"/>
        <pc:sldMkLst>
          <pc:docMk/>
          <pc:sldMk cId="3504185735" sldId="1191"/>
        </pc:sldMkLst>
        <pc:spChg chg="mod">
          <ac:chgData name="유예나" userId="56804d69-2be5-4f9a-85f3-71ac819806f9" providerId="ADAL" clId="{58D894AC-7E04-41DB-A3C3-482DED13BEE6}" dt="2024-01-26T03:51:55.630" v="7419" actId="20577"/>
          <ac:spMkLst>
            <pc:docMk/>
            <pc:sldMk cId="3504185735" sldId="1191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3:51:52.346" v="7402"/>
          <ac:spMkLst>
            <pc:docMk/>
            <pc:sldMk cId="3504185735" sldId="1191"/>
            <ac:spMk id="4" creationId="{4058C1A1-806B-4836-BE0C-90CAABEF4277}"/>
          </ac:spMkLst>
        </pc:spChg>
        <pc:spChg chg="del topLvl">
          <ac:chgData name="유예나" userId="56804d69-2be5-4f9a-85f3-71ac819806f9" providerId="ADAL" clId="{58D894AC-7E04-41DB-A3C3-482DED13BEE6}" dt="2024-01-26T03:52:16.542" v="7428" actId="478"/>
          <ac:spMkLst>
            <pc:docMk/>
            <pc:sldMk cId="3504185735" sldId="1191"/>
            <ac:spMk id="12" creationId="{3A91A3A5-3E4F-9B65-A613-8BA5BF4E2736}"/>
          </ac:spMkLst>
        </pc:spChg>
        <pc:spChg chg="mod topLvl">
          <ac:chgData name="유예나" userId="56804d69-2be5-4f9a-85f3-71ac819806f9" providerId="ADAL" clId="{58D894AC-7E04-41DB-A3C3-482DED13BEE6}" dt="2024-01-26T03:53:08.058" v="7449" actId="164"/>
          <ac:spMkLst>
            <pc:docMk/>
            <pc:sldMk cId="3504185735" sldId="1191"/>
            <ac:spMk id="22" creationId="{6CA5C99C-6D2D-9BAA-9D78-BDF8B9C10C16}"/>
          </ac:spMkLst>
        </pc:spChg>
        <pc:grpChg chg="del">
          <ac:chgData name="유예나" userId="56804d69-2be5-4f9a-85f3-71ac819806f9" providerId="ADAL" clId="{58D894AC-7E04-41DB-A3C3-482DED13BEE6}" dt="2024-01-26T03:52:03.056" v="7420" actId="478"/>
          <ac:grpSpMkLst>
            <pc:docMk/>
            <pc:sldMk cId="3504185735" sldId="1191"/>
            <ac:grpSpMk id="11" creationId="{11AC7602-2686-521F-AB50-8CBBB8FA86F0}"/>
          </ac:grpSpMkLst>
        </pc:grpChg>
        <pc:grpChg chg="add mod">
          <ac:chgData name="유예나" userId="56804d69-2be5-4f9a-85f3-71ac819806f9" providerId="ADAL" clId="{58D894AC-7E04-41DB-A3C3-482DED13BEE6}" dt="2024-01-26T03:53:09.668" v="7450" actId="1076"/>
          <ac:grpSpMkLst>
            <pc:docMk/>
            <pc:sldMk cId="3504185735" sldId="1191"/>
            <ac:grpSpMk id="13" creationId="{1ACDD10C-64FC-F8E7-1303-91C6A683DC76}"/>
          </ac:grpSpMkLst>
        </pc:grpChg>
        <pc:grpChg chg="add del topLvl">
          <ac:chgData name="유예나" userId="56804d69-2be5-4f9a-85f3-71ac819806f9" providerId="ADAL" clId="{58D894AC-7E04-41DB-A3C3-482DED13BEE6}" dt="2024-01-26T03:52:16.542" v="7428" actId="478"/>
          <ac:grpSpMkLst>
            <pc:docMk/>
            <pc:sldMk cId="3504185735" sldId="1191"/>
            <ac:grpSpMk id="23" creationId="{8F0C5987-3EA6-0CBC-9097-3CA02BCF4889}"/>
          </ac:grpSpMkLst>
        </pc:grpChg>
        <pc:picChg chg="del topLvl">
          <ac:chgData name="유예나" userId="56804d69-2be5-4f9a-85f3-71ac819806f9" providerId="ADAL" clId="{58D894AC-7E04-41DB-A3C3-482DED13BEE6}" dt="2024-01-26T03:52:03.056" v="7420" actId="478"/>
          <ac:picMkLst>
            <pc:docMk/>
            <pc:sldMk cId="3504185735" sldId="1191"/>
            <ac:picMk id="9" creationId="{B434A78C-B7FD-10E2-B6A3-35DBB30CE9F4}"/>
          </ac:picMkLst>
        </pc:picChg>
        <pc:picChg chg="add mod ord">
          <ac:chgData name="유예나" userId="56804d69-2be5-4f9a-85f3-71ac819806f9" providerId="ADAL" clId="{58D894AC-7E04-41DB-A3C3-482DED13BEE6}" dt="2024-01-26T03:53:08.058" v="7449" actId="164"/>
          <ac:picMkLst>
            <pc:docMk/>
            <pc:sldMk cId="3504185735" sldId="1191"/>
            <ac:picMk id="10" creationId="{47E6B052-0178-8783-45A0-3AD09D76839B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6T03:53:26.857" v="7453"/>
        <pc:sldMkLst>
          <pc:docMk/>
          <pc:sldMk cId="1179199906" sldId="1192"/>
        </pc:sldMkLst>
        <pc:spChg chg="mod">
          <ac:chgData name="유예나" userId="56804d69-2be5-4f9a-85f3-71ac819806f9" providerId="ADAL" clId="{58D894AC-7E04-41DB-A3C3-482DED13BEE6}" dt="2024-01-26T03:53:24.087" v="7452"/>
          <ac:spMkLst>
            <pc:docMk/>
            <pc:sldMk cId="1179199906" sldId="1192"/>
            <ac:spMk id="3" creationId="{221B0E9C-80C3-413B-A6EE-BB5C44D07132}"/>
          </ac:spMkLst>
        </pc:spChg>
        <pc:spChg chg="mod">
          <ac:chgData name="유예나" userId="56804d69-2be5-4f9a-85f3-71ac819806f9" providerId="ADAL" clId="{58D894AC-7E04-41DB-A3C3-482DED13BEE6}" dt="2024-01-26T03:53:26.857" v="7453"/>
          <ac:spMkLst>
            <pc:docMk/>
            <pc:sldMk cId="1179199906" sldId="1192"/>
            <ac:spMk id="4" creationId="{4058C1A1-806B-4836-BE0C-90CAABEF4277}"/>
          </ac:spMkLst>
        </pc:spChg>
        <pc:spChg chg="mod topLvl">
          <ac:chgData name="유예나" userId="56804d69-2be5-4f9a-85f3-71ac819806f9" providerId="ADAL" clId="{58D894AC-7E04-41DB-A3C3-482DED13BEE6}" dt="2024-01-26T03:52:51.911" v="7441" actId="164"/>
          <ac:spMkLst>
            <pc:docMk/>
            <pc:sldMk cId="1179199906" sldId="1192"/>
            <ac:spMk id="12" creationId="{3A91A3A5-3E4F-9B65-A613-8BA5BF4E2736}"/>
          </ac:spMkLst>
        </pc:spChg>
        <pc:spChg chg="del">
          <ac:chgData name="유예나" userId="56804d69-2be5-4f9a-85f3-71ac819806f9" providerId="ADAL" clId="{58D894AC-7E04-41DB-A3C3-482DED13BEE6}" dt="2024-01-26T03:52:30.883" v="7431" actId="478"/>
          <ac:spMkLst>
            <pc:docMk/>
            <pc:sldMk cId="1179199906" sldId="1192"/>
            <ac:spMk id="22" creationId="{6CA5C99C-6D2D-9BAA-9D78-BDF8B9C10C16}"/>
          </ac:spMkLst>
        </pc:spChg>
        <pc:grpChg chg="del">
          <ac:chgData name="유예나" userId="56804d69-2be5-4f9a-85f3-71ac819806f9" providerId="ADAL" clId="{58D894AC-7E04-41DB-A3C3-482DED13BEE6}" dt="2024-01-26T03:52:32.155" v="7432" actId="478"/>
          <ac:grpSpMkLst>
            <pc:docMk/>
            <pc:sldMk cId="1179199906" sldId="1192"/>
            <ac:grpSpMk id="11" creationId="{11AC7602-2686-521F-AB50-8CBBB8FA86F0}"/>
          </ac:grpSpMkLst>
        </pc:grpChg>
        <pc:grpChg chg="add mod">
          <ac:chgData name="유예나" userId="56804d69-2be5-4f9a-85f3-71ac819806f9" providerId="ADAL" clId="{58D894AC-7E04-41DB-A3C3-482DED13BEE6}" dt="2024-01-26T03:52:59.534" v="7445" actId="1076"/>
          <ac:grpSpMkLst>
            <pc:docMk/>
            <pc:sldMk cId="1179199906" sldId="1192"/>
            <ac:grpSpMk id="13" creationId="{614B6996-EE28-B987-C74A-D6B97EE11DE7}"/>
          </ac:grpSpMkLst>
        </pc:grpChg>
        <pc:grpChg chg="del">
          <ac:chgData name="유예나" userId="56804d69-2be5-4f9a-85f3-71ac819806f9" providerId="ADAL" clId="{58D894AC-7E04-41DB-A3C3-482DED13BEE6}" dt="2024-01-26T03:52:30.883" v="7431" actId="478"/>
          <ac:grpSpMkLst>
            <pc:docMk/>
            <pc:sldMk cId="1179199906" sldId="1192"/>
            <ac:grpSpMk id="23" creationId="{8F0C5987-3EA6-0CBC-9097-3CA02BCF4889}"/>
          </ac:grpSpMkLst>
        </pc:grpChg>
        <pc:picChg chg="del topLvl">
          <ac:chgData name="유예나" userId="56804d69-2be5-4f9a-85f3-71ac819806f9" providerId="ADAL" clId="{58D894AC-7E04-41DB-A3C3-482DED13BEE6}" dt="2024-01-26T03:52:32.155" v="7432" actId="478"/>
          <ac:picMkLst>
            <pc:docMk/>
            <pc:sldMk cId="1179199906" sldId="1192"/>
            <ac:picMk id="9" creationId="{B434A78C-B7FD-10E2-B6A3-35DBB30CE9F4}"/>
          </ac:picMkLst>
        </pc:picChg>
        <pc:picChg chg="add mod ord">
          <ac:chgData name="유예나" userId="56804d69-2be5-4f9a-85f3-71ac819806f9" providerId="ADAL" clId="{58D894AC-7E04-41DB-A3C3-482DED13BEE6}" dt="2024-01-26T03:53:01.080" v="7446" actId="208"/>
          <ac:picMkLst>
            <pc:docMk/>
            <pc:sldMk cId="1179199906" sldId="1192"/>
            <ac:picMk id="10" creationId="{F06CB31F-04D8-55EE-95B2-65717BA73A47}"/>
          </ac:picMkLst>
        </pc:picChg>
      </pc:sldChg>
      <pc:sldChg chg="addSp delSp modSp add mod ord modClrScheme chgLayout">
        <pc:chgData name="유예나" userId="56804d69-2be5-4f9a-85f3-71ac819806f9" providerId="ADAL" clId="{58D894AC-7E04-41DB-A3C3-482DED13BEE6}" dt="2024-01-29T05:18:02.392" v="9386" actId="20577"/>
        <pc:sldMkLst>
          <pc:docMk/>
          <pc:sldMk cId="1931103224" sldId="1193"/>
        </pc:sldMkLst>
        <pc:spChg chg="mod ord">
          <ac:chgData name="유예나" userId="56804d69-2be5-4f9a-85f3-71ac819806f9" providerId="ADAL" clId="{58D894AC-7E04-41DB-A3C3-482DED13BEE6}" dt="2024-01-26T05:47:50.530" v="7764" actId="700"/>
          <ac:spMkLst>
            <pc:docMk/>
            <pc:sldMk cId="1931103224" sldId="1193"/>
            <ac:spMk id="2" creationId="{330F4EB3-93D8-4C06-ADED-0A329243103D}"/>
          </ac:spMkLst>
        </pc:spChg>
        <pc:spChg chg="del">
          <ac:chgData name="유예나" userId="56804d69-2be5-4f9a-85f3-71ac819806f9" providerId="ADAL" clId="{58D894AC-7E04-41DB-A3C3-482DED13BEE6}" dt="2024-01-26T03:55:09.598" v="7510" actId="478"/>
          <ac:spMkLst>
            <pc:docMk/>
            <pc:sldMk cId="1931103224" sldId="1193"/>
            <ac:spMk id="3" creationId="{221B0E9C-80C3-413B-A6EE-BB5C44D07132}"/>
          </ac:spMkLst>
        </pc:spChg>
        <pc:spChg chg="del">
          <ac:chgData name="유예나" userId="56804d69-2be5-4f9a-85f3-71ac819806f9" providerId="ADAL" clId="{58D894AC-7E04-41DB-A3C3-482DED13BEE6}" dt="2024-01-26T03:55:08.401" v="7508" actId="478"/>
          <ac:spMkLst>
            <pc:docMk/>
            <pc:sldMk cId="1931103224" sldId="1193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6T05:47:50.530" v="7764" actId="700"/>
          <ac:spMkLst>
            <pc:docMk/>
            <pc:sldMk cId="1931103224" sldId="1193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6T05:47:50.530" v="7764" actId="700"/>
          <ac:spMkLst>
            <pc:docMk/>
            <pc:sldMk cId="1931103224" sldId="1193"/>
            <ac:spMk id="6" creationId="{A53606D2-C5A0-42E5-B1CF-5BBD4D5E5F90}"/>
          </ac:spMkLst>
        </pc:spChg>
        <pc:spChg chg="mod ord">
          <ac:chgData name="유예나" userId="56804d69-2be5-4f9a-85f3-71ac819806f9" providerId="ADAL" clId="{58D894AC-7E04-41DB-A3C3-482DED13BEE6}" dt="2024-01-29T05:18:02.392" v="9386" actId="20577"/>
          <ac:spMkLst>
            <pc:docMk/>
            <pc:sldMk cId="1931103224" sldId="1193"/>
            <ac:spMk id="8" creationId="{D5A86BBA-7A94-48CD-B535-19792F337EC2}"/>
          </ac:spMkLst>
        </pc:spChg>
        <pc:spChg chg="del mod">
          <ac:chgData name="유예나" userId="56804d69-2be5-4f9a-85f3-71ac819806f9" providerId="ADAL" clId="{58D894AC-7E04-41DB-A3C3-482DED13BEE6}" dt="2024-01-26T03:55:57.139" v="7531" actId="478"/>
          <ac:spMkLst>
            <pc:docMk/>
            <pc:sldMk cId="1931103224" sldId="1193"/>
            <ac:spMk id="11" creationId="{7815317D-407C-FE0D-98BE-000A59CFCB79}"/>
          </ac:spMkLst>
        </pc:spChg>
        <pc:spChg chg="add del mod">
          <ac:chgData name="유예나" userId="56804d69-2be5-4f9a-85f3-71ac819806f9" providerId="ADAL" clId="{58D894AC-7E04-41DB-A3C3-482DED13BEE6}" dt="2024-01-26T03:55:09.013" v="7509" actId="478"/>
          <ac:spMkLst>
            <pc:docMk/>
            <pc:sldMk cId="1931103224" sldId="1193"/>
            <ac:spMk id="15" creationId="{9CEAD562-8752-6A66-8362-6EA01D968631}"/>
          </ac:spMkLst>
        </pc:spChg>
        <pc:spChg chg="add del mod">
          <ac:chgData name="유예나" userId="56804d69-2be5-4f9a-85f3-71ac819806f9" providerId="ADAL" clId="{58D894AC-7E04-41DB-A3C3-482DED13BEE6}" dt="2024-01-26T03:55:10.978" v="7511" actId="478"/>
          <ac:spMkLst>
            <pc:docMk/>
            <pc:sldMk cId="1931103224" sldId="1193"/>
            <ac:spMk id="17" creationId="{EFF34B98-AA13-7F15-24AC-26AFCDB03A43}"/>
          </ac:spMkLst>
        </pc:spChg>
        <pc:spChg chg="add mod ord">
          <ac:chgData name="유예나" userId="56804d69-2be5-4f9a-85f3-71ac819806f9" providerId="ADAL" clId="{58D894AC-7E04-41DB-A3C3-482DED13BEE6}" dt="2024-01-26T05:47:50.530" v="7764" actId="700"/>
          <ac:spMkLst>
            <pc:docMk/>
            <pc:sldMk cId="1931103224" sldId="1193"/>
            <ac:spMk id="18" creationId="{1BBB768C-BCF0-0BA0-98B5-BA55185C6A64}"/>
          </ac:spMkLst>
        </pc:spChg>
        <pc:spChg chg="mod">
          <ac:chgData name="유예나" userId="56804d69-2be5-4f9a-85f3-71ac819806f9" providerId="ADAL" clId="{58D894AC-7E04-41DB-A3C3-482DED13BEE6}" dt="2024-01-26T03:54:31.993" v="7494" actId="6549"/>
          <ac:spMkLst>
            <pc:docMk/>
            <pc:sldMk cId="1931103224" sldId="1193"/>
            <ac:spMk id="24" creationId="{BF7162B1-A1F7-9644-DD47-34E909A4479F}"/>
          </ac:spMkLst>
        </pc:spChg>
        <pc:spChg chg="add mod ord">
          <ac:chgData name="유예나" userId="56804d69-2be5-4f9a-85f3-71ac819806f9" providerId="ADAL" clId="{58D894AC-7E04-41DB-A3C3-482DED13BEE6}" dt="2024-01-26T05:47:50.530" v="7764" actId="700"/>
          <ac:spMkLst>
            <pc:docMk/>
            <pc:sldMk cId="1931103224" sldId="1193"/>
            <ac:spMk id="27" creationId="{B2DAC3B2-585B-B629-3102-23BB67399AE5}"/>
          </ac:spMkLst>
        </pc:spChg>
        <pc:grpChg chg="del">
          <ac:chgData name="유예나" userId="56804d69-2be5-4f9a-85f3-71ac819806f9" providerId="ADAL" clId="{58D894AC-7E04-41DB-A3C3-482DED13BEE6}" dt="2024-01-26T03:54:34.166" v="7496" actId="478"/>
          <ac:grpSpMkLst>
            <pc:docMk/>
            <pc:sldMk cId="1931103224" sldId="1193"/>
            <ac:grpSpMk id="12" creationId="{5C57539E-43E4-CE80-BB0D-4A0DC4AF4D82}"/>
          </ac:grpSpMkLst>
        </pc:grpChg>
        <pc:grpChg chg="add mod">
          <ac:chgData name="유예나" userId="56804d69-2be5-4f9a-85f3-71ac819806f9" providerId="ADAL" clId="{58D894AC-7E04-41DB-A3C3-482DED13BEE6}" dt="2024-01-26T03:55:01.250" v="7507" actId="164"/>
          <ac:grpSpMkLst>
            <pc:docMk/>
            <pc:sldMk cId="1931103224" sldId="1193"/>
            <ac:grpSpMk id="13" creationId="{9EA4C50E-E88C-581F-52F6-BEEB153C32A3}"/>
          </ac:grpSpMkLst>
        </pc:grpChg>
        <pc:grpChg chg="del mod">
          <ac:chgData name="유예나" userId="56804d69-2be5-4f9a-85f3-71ac819806f9" providerId="ADAL" clId="{58D894AC-7E04-41DB-A3C3-482DED13BEE6}" dt="2024-01-26T03:54:31.407" v="7493" actId="478"/>
          <ac:grpSpMkLst>
            <pc:docMk/>
            <pc:sldMk cId="1931103224" sldId="1193"/>
            <ac:grpSpMk id="19" creationId="{B544C710-C759-DE26-DCA9-223C0745F14F}"/>
          </ac:grpSpMkLst>
        </pc:grpChg>
        <pc:grpChg chg="del">
          <ac:chgData name="유예나" userId="56804d69-2be5-4f9a-85f3-71ac819806f9" providerId="ADAL" clId="{58D894AC-7E04-41DB-A3C3-482DED13BEE6}" dt="2024-01-26T03:54:32.738" v="7495" actId="478"/>
          <ac:grpSpMkLst>
            <pc:docMk/>
            <pc:sldMk cId="1931103224" sldId="1193"/>
            <ac:grpSpMk id="22" creationId="{195942BA-5EB2-9F79-8935-D212E7919ACA}"/>
          </ac:grpSpMkLst>
        </pc:grpChg>
        <pc:grpChg chg="del mod">
          <ac:chgData name="유예나" userId="56804d69-2be5-4f9a-85f3-71ac819806f9" providerId="ADAL" clId="{58D894AC-7E04-41DB-A3C3-482DED13BEE6}" dt="2024-01-26T03:55:57.139" v="7531" actId="478"/>
          <ac:grpSpMkLst>
            <pc:docMk/>
            <pc:sldMk cId="1931103224" sldId="1193"/>
            <ac:grpSpMk id="26" creationId="{8F525735-5B50-F8AE-2E36-FC58894A17A6}"/>
          </ac:grpSpMkLst>
        </pc:grpChg>
        <pc:picChg chg="del">
          <ac:chgData name="유예나" userId="56804d69-2be5-4f9a-85f3-71ac819806f9" providerId="ADAL" clId="{58D894AC-7E04-41DB-A3C3-482DED13BEE6}" dt="2024-01-26T03:54:34.166" v="7496" actId="478"/>
          <ac:picMkLst>
            <pc:docMk/>
            <pc:sldMk cId="1931103224" sldId="1193"/>
            <ac:picMk id="9" creationId="{AD156E1C-2E63-5152-7BF8-A3CC04017EBC}"/>
          </ac:picMkLst>
        </pc:picChg>
        <pc:picChg chg="add mod ord">
          <ac:chgData name="유예나" userId="56804d69-2be5-4f9a-85f3-71ac819806f9" providerId="ADAL" clId="{58D894AC-7E04-41DB-A3C3-482DED13BEE6}" dt="2024-01-26T03:55:01.250" v="7507" actId="164"/>
          <ac:picMkLst>
            <pc:docMk/>
            <pc:sldMk cId="1931103224" sldId="1193"/>
            <ac:picMk id="10" creationId="{7F19C2E3-E932-E22F-17E5-6946109FEDC6}"/>
          </ac:picMkLst>
        </pc:picChg>
      </pc:sldChg>
      <pc:sldChg chg="addSp delSp modSp add mod modClrScheme chgLayout">
        <pc:chgData name="유예나" userId="56804d69-2be5-4f9a-85f3-71ac819806f9" providerId="ADAL" clId="{58D894AC-7E04-41DB-A3C3-482DED13BEE6}" dt="2024-01-29T05:17:33.576" v="9381"/>
        <pc:sldMkLst>
          <pc:docMk/>
          <pc:sldMk cId="3262669584" sldId="1194"/>
        </pc:sldMkLst>
        <pc:spChg chg="mod ord">
          <ac:chgData name="유예나" userId="56804d69-2be5-4f9a-85f3-71ac819806f9" providerId="ADAL" clId="{58D894AC-7E04-41DB-A3C3-482DED13BEE6}" dt="2024-01-26T05:47:57.384" v="7765" actId="700"/>
          <ac:spMkLst>
            <pc:docMk/>
            <pc:sldMk cId="3262669584" sldId="1194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6T05:47:57.384" v="7765" actId="700"/>
          <ac:spMkLst>
            <pc:docMk/>
            <pc:sldMk cId="3262669584" sldId="1194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6T05:47:57.384" v="7765" actId="700"/>
          <ac:spMkLst>
            <pc:docMk/>
            <pc:sldMk cId="3262669584" sldId="1194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6T05:47:57.384" v="7765" actId="700"/>
          <ac:spMkLst>
            <pc:docMk/>
            <pc:sldMk cId="3262669584" sldId="1194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6T05:47:57.384" v="7765" actId="700"/>
          <ac:spMkLst>
            <pc:docMk/>
            <pc:sldMk cId="3262669584" sldId="1194"/>
            <ac:spMk id="6" creationId="{A53606D2-C5A0-42E5-B1CF-5BBD4D5E5F90}"/>
          </ac:spMkLst>
        </pc:spChg>
        <pc:spChg chg="mod ord">
          <ac:chgData name="유예나" userId="56804d69-2be5-4f9a-85f3-71ac819806f9" providerId="ADAL" clId="{58D894AC-7E04-41DB-A3C3-482DED13BEE6}" dt="2024-01-29T05:17:33.576" v="9381"/>
          <ac:spMkLst>
            <pc:docMk/>
            <pc:sldMk cId="3262669584" sldId="1194"/>
            <ac:spMk id="8" creationId="{D5A86BBA-7A94-48CD-B535-19792F337EC2}"/>
          </ac:spMkLst>
        </pc:spChg>
        <pc:spChg chg="add del mod">
          <ac:chgData name="유예나" userId="56804d69-2be5-4f9a-85f3-71ac819806f9" providerId="ADAL" clId="{58D894AC-7E04-41DB-A3C3-482DED13BEE6}" dt="2024-01-26T03:55:50.459" v="7528" actId="164"/>
          <ac:spMkLst>
            <pc:docMk/>
            <pc:sldMk cId="3262669584" sldId="1194"/>
            <ac:spMk id="11" creationId="{7815317D-407C-FE0D-98BE-000A59CFCB79}"/>
          </ac:spMkLst>
        </pc:spChg>
        <pc:spChg chg="del mod topLvl">
          <ac:chgData name="유예나" userId="56804d69-2be5-4f9a-85f3-71ac819806f9" providerId="ADAL" clId="{58D894AC-7E04-41DB-A3C3-482DED13BEE6}" dt="2024-01-26T03:55:38.431" v="7524" actId="478"/>
          <ac:spMkLst>
            <pc:docMk/>
            <pc:sldMk cId="3262669584" sldId="1194"/>
            <ac:spMk id="13" creationId="{A3688E4F-3441-FC39-A004-8DCC1D20C70F}"/>
          </ac:spMkLst>
        </pc:spChg>
        <pc:spChg chg="del mod">
          <ac:chgData name="유예나" userId="56804d69-2be5-4f9a-85f3-71ac819806f9" providerId="ADAL" clId="{58D894AC-7E04-41DB-A3C3-482DED13BEE6}" dt="2024-01-26T03:55:35.854" v="7523" actId="478"/>
          <ac:spMkLst>
            <pc:docMk/>
            <pc:sldMk cId="3262669584" sldId="1194"/>
            <ac:spMk id="14" creationId="{79357D92-302F-99FC-1C2F-84ED3788FE1F}"/>
          </ac:spMkLst>
        </pc:spChg>
        <pc:grpChg chg="add del mod">
          <ac:chgData name="유예나" userId="56804d69-2be5-4f9a-85f3-71ac819806f9" providerId="ADAL" clId="{58D894AC-7E04-41DB-A3C3-482DED13BEE6}" dt="2024-01-26T03:55:38.431" v="7524" actId="478"/>
          <ac:grpSpMkLst>
            <pc:docMk/>
            <pc:sldMk cId="3262669584" sldId="1194"/>
            <ac:grpSpMk id="7" creationId="{F50FAC2F-D131-0B30-EF0D-CE24778A2FBC}"/>
          </ac:grpSpMkLst>
        </pc:grpChg>
        <pc:grpChg chg="del mod">
          <ac:chgData name="유예나" userId="56804d69-2be5-4f9a-85f3-71ac819806f9" providerId="ADAL" clId="{58D894AC-7E04-41DB-A3C3-482DED13BEE6}" dt="2024-01-26T03:55:35.854" v="7523" actId="478"/>
          <ac:grpSpMkLst>
            <pc:docMk/>
            <pc:sldMk cId="3262669584" sldId="1194"/>
            <ac:grpSpMk id="12" creationId="{35596996-4B73-BBC7-03C5-7A171FE7789A}"/>
          </ac:grpSpMkLst>
        </pc:grpChg>
        <pc:grpChg chg="add mod">
          <ac:chgData name="유예나" userId="56804d69-2be5-4f9a-85f3-71ac819806f9" providerId="ADAL" clId="{58D894AC-7E04-41DB-A3C3-482DED13BEE6}" dt="2024-01-26T03:55:51.595" v="7529" actId="1076"/>
          <ac:grpSpMkLst>
            <pc:docMk/>
            <pc:sldMk cId="3262669584" sldId="1194"/>
            <ac:grpSpMk id="15" creationId="{CFA882AF-A9D1-B989-3D7B-F26D9E378021}"/>
          </ac:grpSpMkLst>
        </pc:grpChg>
        <pc:picChg chg="mod ord topLvl">
          <ac:chgData name="유예나" userId="56804d69-2be5-4f9a-85f3-71ac819806f9" providerId="ADAL" clId="{58D894AC-7E04-41DB-A3C3-482DED13BEE6}" dt="2024-01-26T05:25:54.094" v="7743" actId="208"/>
          <ac:picMkLst>
            <pc:docMk/>
            <pc:sldMk cId="3262669584" sldId="1194"/>
            <ac:picMk id="9" creationId="{1FB5D84E-0333-C90D-9C8B-85839948701C}"/>
          </ac:picMkLst>
        </pc:picChg>
        <pc:picChg chg="del">
          <ac:chgData name="유예나" userId="56804d69-2be5-4f9a-85f3-71ac819806f9" providerId="ADAL" clId="{58D894AC-7E04-41DB-A3C3-482DED13BEE6}" dt="2024-01-26T03:55:29.098" v="7516" actId="478"/>
          <ac:picMkLst>
            <pc:docMk/>
            <pc:sldMk cId="3262669584" sldId="1194"/>
            <ac:picMk id="10" creationId="{7240F031-2B07-726D-5E25-6CD694FF6F0E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9T04:56:08.272" v="9369"/>
        <pc:sldMkLst>
          <pc:docMk/>
          <pc:sldMk cId="2509677873" sldId="1195"/>
        </pc:sldMkLst>
        <pc:spChg chg="mod">
          <ac:chgData name="유예나" userId="56804d69-2be5-4f9a-85f3-71ac819806f9" providerId="ADAL" clId="{58D894AC-7E04-41DB-A3C3-482DED13BEE6}" dt="2024-01-29T04:56:08.272" v="9369"/>
          <ac:spMkLst>
            <pc:docMk/>
            <pc:sldMk cId="2509677873" sldId="1195"/>
            <ac:spMk id="10" creationId="{E0B2CC00-062B-4B31-9F45-44F66D77E195}"/>
          </ac:spMkLst>
        </pc:spChg>
        <pc:spChg chg="mod">
          <ac:chgData name="유예나" userId="56804d69-2be5-4f9a-85f3-71ac819806f9" providerId="ADAL" clId="{58D894AC-7E04-41DB-A3C3-482DED13BEE6}" dt="2024-01-26T03:57:16.563" v="7536"/>
          <ac:spMkLst>
            <pc:docMk/>
            <pc:sldMk cId="2509677873" sldId="1195"/>
            <ac:spMk id="14" creationId="{4E6D37B3-9AAD-B66A-C48A-CB39AEF5430B}"/>
          </ac:spMkLst>
        </pc:spChg>
        <pc:spChg chg="mod">
          <ac:chgData name="유예나" userId="56804d69-2be5-4f9a-85f3-71ac819806f9" providerId="ADAL" clId="{58D894AC-7E04-41DB-A3C3-482DED13BEE6}" dt="2024-01-26T03:57:18.813" v="7537"/>
          <ac:spMkLst>
            <pc:docMk/>
            <pc:sldMk cId="2509677873" sldId="1195"/>
            <ac:spMk id="15" creationId="{2CC0F3DF-CCB8-D65F-F7C0-E4EA8C0C72C8}"/>
          </ac:spMkLst>
        </pc:spChg>
        <pc:picChg chg="del">
          <ac:chgData name="유예나" userId="56804d69-2be5-4f9a-85f3-71ac819806f9" providerId="ADAL" clId="{58D894AC-7E04-41DB-A3C3-482DED13BEE6}" dt="2024-01-26T03:57:20.146" v="7538" actId="478"/>
          <ac:picMkLst>
            <pc:docMk/>
            <pc:sldMk cId="2509677873" sldId="1195"/>
            <ac:picMk id="4" creationId="{10E5645C-DB6B-3BD4-9D0F-4E11A571A758}"/>
          </ac:picMkLst>
        </pc:picChg>
        <pc:picChg chg="add mod">
          <ac:chgData name="유예나" userId="56804d69-2be5-4f9a-85f3-71ac819806f9" providerId="ADAL" clId="{58D894AC-7E04-41DB-A3C3-482DED13BEE6}" dt="2024-01-26T03:57:33.740" v="7544" actId="208"/>
          <ac:picMkLst>
            <pc:docMk/>
            <pc:sldMk cId="2509677873" sldId="1195"/>
            <ac:picMk id="7" creationId="{D68742B9-4BD7-FA6D-888E-9CA9FB6987BD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6T04:03:52.010" v="7738" actId="20577"/>
        <pc:sldMkLst>
          <pc:docMk/>
          <pc:sldMk cId="986755375" sldId="1196"/>
        </pc:sldMkLst>
        <pc:spChg chg="mod">
          <ac:chgData name="유예나" userId="56804d69-2be5-4f9a-85f3-71ac819806f9" providerId="ADAL" clId="{58D894AC-7E04-41DB-A3C3-482DED13BEE6}" dt="2024-01-26T03:58:29.044" v="7553"/>
          <ac:spMkLst>
            <pc:docMk/>
            <pc:sldMk cId="986755375" sldId="1196"/>
            <ac:spMk id="5" creationId="{8E5D141B-F47E-4265-8F69-D191722C6659}"/>
          </ac:spMkLst>
        </pc:spChg>
        <pc:spChg chg="add mod">
          <ac:chgData name="유예나" userId="56804d69-2be5-4f9a-85f3-71ac819806f9" providerId="ADAL" clId="{58D894AC-7E04-41DB-A3C3-482DED13BEE6}" dt="2024-01-26T03:59:00.989" v="7565" actId="14100"/>
          <ac:spMkLst>
            <pc:docMk/>
            <pc:sldMk cId="986755375" sldId="1196"/>
            <ac:spMk id="8" creationId="{1AC812BA-E8F5-3D73-5048-58E3AEA3ED0F}"/>
          </ac:spMkLst>
        </pc:spChg>
        <pc:spChg chg="mod">
          <ac:chgData name="유예나" userId="56804d69-2be5-4f9a-85f3-71ac819806f9" providerId="ADAL" clId="{58D894AC-7E04-41DB-A3C3-482DED13BEE6}" dt="2024-01-26T03:58:26.422" v="7552"/>
          <ac:spMkLst>
            <pc:docMk/>
            <pc:sldMk cId="986755375" sldId="1196"/>
            <ac:spMk id="10" creationId="{E0B2CC00-062B-4B31-9F45-44F66D77E195}"/>
          </ac:spMkLst>
        </pc:spChg>
        <pc:spChg chg="mod">
          <ac:chgData name="유예나" userId="56804d69-2be5-4f9a-85f3-71ac819806f9" providerId="ADAL" clId="{58D894AC-7E04-41DB-A3C3-482DED13BEE6}" dt="2024-01-26T04:03:29.610" v="7727"/>
          <ac:spMkLst>
            <pc:docMk/>
            <pc:sldMk cId="986755375" sldId="1196"/>
            <ac:spMk id="12" creationId="{66D4A5CD-FC46-6EF1-B8F4-19FA4E6735BE}"/>
          </ac:spMkLst>
        </pc:spChg>
        <pc:spChg chg="mod">
          <ac:chgData name="유예나" userId="56804d69-2be5-4f9a-85f3-71ac819806f9" providerId="ADAL" clId="{58D894AC-7E04-41DB-A3C3-482DED13BEE6}" dt="2024-01-26T04:03:52.010" v="7738" actId="20577"/>
          <ac:spMkLst>
            <pc:docMk/>
            <pc:sldMk cId="986755375" sldId="1196"/>
            <ac:spMk id="13" creationId="{ECFF9FE5-B8C6-C605-B4DE-C074D77B87AA}"/>
          </ac:spMkLst>
        </pc:spChg>
        <pc:spChg chg="mod">
          <ac:chgData name="유예나" userId="56804d69-2be5-4f9a-85f3-71ac819806f9" providerId="ADAL" clId="{58D894AC-7E04-41DB-A3C3-482DED13BEE6}" dt="2024-01-26T03:58:32.180" v="7554"/>
          <ac:spMkLst>
            <pc:docMk/>
            <pc:sldMk cId="986755375" sldId="1196"/>
            <ac:spMk id="15" creationId="{2CC0F3DF-CCB8-D65F-F7C0-E4EA8C0C72C8}"/>
          </ac:spMkLst>
        </pc:spChg>
        <pc:spChg chg="mod">
          <ac:chgData name="유예나" userId="56804d69-2be5-4f9a-85f3-71ac819806f9" providerId="ADAL" clId="{58D894AC-7E04-41DB-A3C3-482DED13BEE6}" dt="2024-01-26T04:03:29.610" v="7727"/>
          <ac:spMkLst>
            <pc:docMk/>
            <pc:sldMk cId="986755375" sldId="1196"/>
            <ac:spMk id="17" creationId="{4E171B5B-E46C-6CF8-E1B1-E888F5A4BD7B}"/>
          </ac:spMkLst>
        </pc:spChg>
        <pc:spChg chg="mod">
          <ac:chgData name="유예나" userId="56804d69-2be5-4f9a-85f3-71ac819806f9" providerId="ADAL" clId="{58D894AC-7E04-41DB-A3C3-482DED13BEE6}" dt="2024-01-26T04:03:29.610" v="7727"/>
          <ac:spMkLst>
            <pc:docMk/>
            <pc:sldMk cId="986755375" sldId="1196"/>
            <ac:spMk id="18" creationId="{5A8601C6-34E6-2E35-5BF0-A69C961AA7AA}"/>
          </ac:spMkLst>
        </pc:spChg>
        <pc:grpChg chg="add mod">
          <ac:chgData name="유예나" userId="56804d69-2be5-4f9a-85f3-71ac819806f9" providerId="ADAL" clId="{58D894AC-7E04-41DB-A3C3-482DED13BEE6}" dt="2024-01-26T03:58:59.048" v="7564" actId="164"/>
          <ac:grpSpMkLst>
            <pc:docMk/>
            <pc:sldMk cId="986755375" sldId="1196"/>
            <ac:grpSpMk id="9" creationId="{0E4C00BD-6CA0-6846-AF07-DE64D649729E}"/>
          </ac:grpSpMkLst>
        </pc:grpChg>
        <pc:grpChg chg="add mod">
          <ac:chgData name="유예나" userId="56804d69-2be5-4f9a-85f3-71ac819806f9" providerId="ADAL" clId="{58D894AC-7E04-41DB-A3C3-482DED13BEE6}" dt="2024-01-26T04:03:29.610" v="7727"/>
          <ac:grpSpMkLst>
            <pc:docMk/>
            <pc:sldMk cId="986755375" sldId="1196"/>
            <ac:grpSpMk id="11" creationId="{DC3644FB-C978-3F32-3669-AE38AD9D053C}"/>
          </ac:grpSpMkLst>
        </pc:grpChg>
        <pc:grpChg chg="add mod">
          <ac:chgData name="유예나" userId="56804d69-2be5-4f9a-85f3-71ac819806f9" providerId="ADAL" clId="{58D894AC-7E04-41DB-A3C3-482DED13BEE6}" dt="2024-01-26T04:03:29.610" v="7727"/>
          <ac:grpSpMkLst>
            <pc:docMk/>
            <pc:sldMk cId="986755375" sldId="1196"/>
            <ac:grpSpMk id="16" creationId="{0B2958FB-74D9-68D3-18AE-0EFE6DC83C2B}"/>
          </ac:grpSpMkLst>
        </pc:grpChg>
        <pc:picChg chg="add mod">
          <ac:chgData name="유예나" userId="56804d69-2be5-4f9a-85f3-71ac819806f9" providerId="ADAL" clId="{58D894AC-7E04-41DB-A3C3-482DED13BEE6}" dt="2024-01-26T03:59:02.880" v="7566" actId="208"/>
          <ac:picMkLst>
            <pc:docMk/>
            <pc:sldMk cId="986755375" sldId="1196"/>
            <ac:picMk id="4" creationId="{0389B1A5-7D6E-FB3C-885B-52FE6C88A6F7}"/>
          </ac:picMkLst>
        </pc:picChg>
        <pc:picChg chg="del">
          <ac:chgData name="유예나" userId="56804d69-2be5-4f9a-85f3-71ac819806f9" providerId="ADAL" clId="{58D894AC-7E04-41DB-A3C3-482DED13BEE6}" dt="2024-01-26T03:57:50.494" v="7546" actId="478"/>
          <ac:picMkLst>
            <pc:docMk/>
            <pc:sldMk cId="986755375" sldId="1196"/>
            <ac:picMk id="7" creationId="{D68742B9-4BD7-FA6D-888E-9CA9FB6987BD}"/>
          </ac:picMkLst>
        </pc:picChg>
      </pc:sldChg>
      <pc:sldChg chg="addSp delSp modSp add mod ord">
        <pc:chgData name="유예나" userId="56804d69-2be5-4f9a-85f3-71ac819806f9" providerId="ADAL" clId="{58D894AC-7E04-41DB-A3C3-482DED13BEE6}" dt="2024-01-26T05:21:51.645" v="7741" actId="20577"/>
        <pc:sldMkLst>
          <pc:docMk/>
          <pc:sldMk cId="925000129" sldId="1197"/>
        </pc:sldMkLst>
        <pc:spChg chg="del">
          <ac:chgData name="유예나" userId="56804d69-2be5-4f9a-85f3-71ac819806f9" providerId="ADAL" clId="{58D894AC-7E04-41DB-A3C3-482DED13BEE6}" dt="2024-01-26T03:59:36.160" v="7570" actId="478"/>
          <ac:spMkLst>
            <pc:docMk/>
            <pc:sldMk cId="925000129" sldId="1197"/>
            <ac:spMk id="3" creationId="{221B0E9C-80C3-413B-A6EE-BB5C44D07132}"/>
          </ac:spMkLst>
        </pc:spChg>
        <pc:spChg chg="del">
          <ac:chgData name="유예나" userId="56804d69-2be5-4f9a-85f3-71ac819806f9" providerId="ADAL" clId="{58D894AC-7E04-41DB-A3C3-482DED13BEE6}" dt="2024-01-26T03:59:34.988" v="7568" actId="478"/>
          <ac:spMkLst>
            <pc:docMk/>
            <pc:sldMk cId="925000129" sldId="1197"/>
            <ac:spMk id="4" creationId="{4058C1A1-806B-4836-BE0C-90CAABEF4277}"/>
          </ac:spMkLst>
        </pc:spChg>
        <pc:spChg chg="add del mod">
          <ac:chgData name="유예나" userId="56804d69-2be5-4f9a-85f3-71ac819806f9" providerId="ADAL" clId="{58D894AC-7E04-41DB-A3C3-482DED13BEE6}" dt="2024-01-26T03:59:35.614" v="7569" actId="478"/>
          <ac:spMkLst>
            <pc:docMk/>
            <pc:sldMk cId="925000129" sldId="1197"/>
            <ac:spMk id="11" creationId="{26A1411D-1AD3-B7F6-7435-C6484A1D53D9}"/>
          </ac:spMkLst>
        </pc:spChg>
        <pc:spChg chg="add del mod">
          <ac:chgData name="유예나" userId="56804d69-2be5-4f9a-85f3-71ac819806f9" providerId="ADAL" clId="{58D894AC-7E04-41DB-A3C3-482DED13BEE6}" dt="2024-01-26T03:59:37.655" v="7571" actId="478"/>
          <ac:spMkLst>
            <pc:docMk/>
            <pc:sldMk cId="925000129" sldId="1197"/>
            <ac:spMk id="13" creationId="{82CBD9C9-E578-45D6-73DB-EF1CFAA45904}"/>
          </ac:spMkLst>
        </pc:spChg>
        <pc:spChg chg="add mod">
          <ac:chgData name="유예나" userId="56804d69-2be5-4f9a-85f3-71ac819806f9" providerId="ADAL" clId="{58D894AC-7E04-41DB-A3C3-482DED13BEE6}" dt="2024-01-26T03:59:37.942" v="7572"/>
          <ac:spMkLst>
            <pc:docMk/>
            <pc:sldMk cId="925000129" sldId="1197"/>
            <ac:spMk id="14" creationId="{E150A117-7029-F8DD-2600-90D91BA3C188}"/>
          </ac:spMkLst>
        </pc:spChg>
        <pc:spChg chg="add mod">
          <ac:chgData name="유예나" userId="56804d69-2be5-4f9a-85f3-71ac819806f9" providerId="ADAL" clId="{58D894AC-7E04-41DB-A3C3-482DED13BEE6}" dt="2024-01-26T03:59:37.942" v="7572"/>
          <ac:spMkLst>
            <pc:docMk/>
            <pc:sldMk cId="925000129" sldId="1197"/>
            <ac:spMk id="15" creationId="{047D5B98-27CE-65A7-8F51-1CFACB49A0F2}"/>
          </ac:spMkLst>
        </pc:spChg>
        <pc:spChg chg="mod">
          <ac:chgData name="유예나" userId="56804d69-2be5-4f9a-85f3-71ac819806f9" providerId="ADAL" clId="{58D894AC-7E04-41DB-A3C3-482DED13BEE6}" dt="2024-01-26T03:59:42.602" v="7574"/>
          <ac:spMkLst>
            <pc:docMk/>
            <pc:sldMk cId="925000129" sldId="1197"/>
            <ac:spMk id="20" creationId="{372F91C4-DB7B-1CC2-DA6A-BC649E4211F4}"/>
          </ac:spMkLst>
        </pc:spChg>
        <pc:spChg chg="add del">
          <ac:chgData name="유예나" userId="56804d69-2be5-4f9a-85f3-71ac819806f9" providerId="ADAL" clId="{58D894AC-7E04-41DB-A3C3-482DED13BEE6}" dt="2024-01-26T04:00:07.807" v="7581" actId="22"/>
          <ac:spMkLst>
            <pc:docMk/>
            <pc:sldMk cId="925000129" sldId="1197"/>
            <ac:spMk id="22" creationId="{B905C1D4-320A-2D52-D051-BCBC17A8EB04}"/>
          </ac:spMkLst>
        </pc:spChg>
        <pc:spChg chg="mod">
          <ac:chgData name="유예나" userId="56804d69-2be5-4f9a-85f3-71ac819806f9" providerId="ADAL" clId="{58D894AC-7E04-41DB-A3C3-482DED13BEE6}" dt="2024-01-26T04:03:08.186" v="7701" actId="1076"/>
          <ac:spMkLst>
            <pc:docMk/>
            <pc:sldMk cId="925000129" sldId="1197"/>
            <ac:spMk id="23" creationId="{6A6A6D37-9ACD-E04D-C3B5-1C2A7395CE8E}"/>
          </ac:spMkLst>
        </pc:spChg>
        <pc:spChg chg="mod">
          <ac:chgData name="유예나" userId="56804d69-2be5-4f9a-85f3-71ac819806f9" providerId="ADAL" clId="{58D894AC-7E04-41DB-A3C3-482DED13BEE6}" dt="2024-01-26T05:21:51.645" v="7741" actId="20577"/>
          <ac:spMkLst>
            <pc:docMk/>
            <pc:sldMk cId="925000129" sldId="1197"/>
            <ac:spMk id="24" creationId="{CB59CCEB-7BF1-8535-1B65-D006D3DC008C}"/>
          </ac:spMkLst>
        </pc:spChg>
        <pc:spChg chg="mod">
          <ac:chgData name="유예나" userId="56804d69-2be5-4f9a-85f3-71ac819806f9" providerId="ADAL" clId="{58D894AC-7E04-41DB-A3C3-482DED13BEE6}" dt="2024-01-26T04:00:42.350" v="7622" actId="5793"/>
          <ac:spMkLst>
            <pc:docMk/>
            <pc:sldMk cId="925000129" sldId="1197"/>
            <ac:spMk id="30" creationId="{ACB61741-FC95-25F6-0237-77D49EA27E18}"/>
          </ac:spMkLst>
        </pc:spChg>
        <pc:grpChg chg="del">
          <ac:chgData name="유예나" userId="56804d69-2be5-4f9a-85f3-71ac819806f9" providerId="ADAL" clId="{58D894AC-7E04-41DB-A3C3-482DED13BEE6}" dt="2024-01-26T03:59:40.087" v="7573" actId="478"/>
          <ac:grpSpMkLst>
            <pc:docMk/>
            <pc:sldMk cId="925000129" sldId="1197"/>
            <ac:grpSpMk id="10" creationId="{38AC7710-E3F3-E42B-F812-23F33A1E0293}"/>
          </ac:grpSpMkLst>
        </pc:grpChg>
        <pc:grpChg chg="add mod">
          <ac:chgData name="유예나" userId="56804d69-2be5-4f9a-85f3-71ac819806f9" providerId="ADAL" clId="{58D894AC-7E04-41DB-A3C3-482DED13BEE6}" dt="2024-01-26T03:59:42.602" v="7574"/>
          <ac:grpSpMkLst>
            <pc:docMk/>
            <pc:sldMk cId="925000129" sldId="1197"/>
            <ac:grpSpMk id="16" creationId="{89118824-B589-B16D-1E87-43976C1FE60C}"/>
          </ac:grpSpMkLst>
        </pc:grpChg>
        <pc:grpChg chg="mod">
          <ac:chgData name="유예나" userId="56804d69-2be5-4f9a-85f3-71ac819806f9" providerId="ADAL" clId="{58D894AC-7E04-41DB-A3C3-482DED13BEE6}" dt="2024-01-26T04:00:50.598" v="7626" actId="1076"/>
          <ac:grpSpMkLst>
            <pc:docMk/>
            <pc:sldMk cId="925000129" sldId="1197"/>
            <ac:grpSpMk id="18" creationId="{E7A34FBF-B332-2CDA-E5B1-DEEFB73F4951}"/>
          </ac:grpSpMkLst>
        </pc:grpChg>
        <pc:grpChg chg="mod">
          <ac:chgData name="유예나" userId="56804d69-2be5-4f9a-85f3-71ac819806f9" providerId="ADAL" clId="{58D894AC-7E04-41DB-A3C3-482DED13BEE6}" dt="2024-01-26T04:03:05.186" v="7699" actId="1076"/>
          <ac:grpSpMkLst>
            <pc:docMk/>
            <pc:sldMk cId="925000129" sldId="1197"/>
            <ac:grpSpMk id="28" creationId="{3985A91B-6ADC-1D87-8CAC-2AC18DA82954}"/>
          </ac:grpSpMkLst>
        </pc:grpChg>
        <pc:picChg chg="mod">
          <ac:chgData name="유예나" userId="56804d69-2be5-4f9a-85f3-71ac819806f9" providerId="ADAL" clId="{58D894AC-7E04-41DB-A3C3-482DED13BEE6}" dt="2024-01-26T03:59:42.602" v="7574"/>
          <ac:picMkLst>
            <pc:docMk/>
            <pc:sldMk cId="925000129" sldId="1197"/>
            <ac:picMk id="17" creationId="{C5437A8F-722E-BC70-CB5F-4B861D50B8D2}"/>
          </ac:picMkLst>
        </pc:picChg>
      </pc:sldChg>
      <pc:sldChg chg="addSp delSp modSp add mod">
        <pc:chgData name="유예나" userId="56804d69-2be5-4f9a-85f3-71ac819806f9" providerId="ADAL" clId="{58D894AC-7E04-41DB-A3C3-482DED13BEE6}" dt="2024-01-26T06:35:30.076" v="7803" actId="14100"/>
        <pc:sldMkLst>
          <pc:docMk/>
          <pc:sldMk cId="1978201882" sldId="1198"/>
        </pc:sldMkLst>
        <pc:spChg chg="add del mod">
          <ac:chgData name="유예나" userId="56804d69-2be5-4f9a-85f3-71ac819806f9" providerId="ADAL" clId="{58D894AC-7E04-41DB-A3C3-482DED13BEE6}" dt="2024-01-26T06:33:45.489" v="7779" actId="478"/>
          <ac:spMkLst>
            <pc:docMk/>
            <pc:sldMk cId="1978201882" sldId="1198"/>
            <ac:spMk id="4" creationId="{88590D8E-CA78-EFF4-6DC3-868E95843C5E}"/>
          </ac:spMkLst>
        </pc:spChg>
        <pc:spChg chg="mod">
          <ac:chgData name="유예나" userId="56804d69-2be5-4f9a-85f3-71ac819806f9" providerId="ADAL" clId="{58D894AC-7E04-41DB-A3C3-482DED13BEE6}" dt="2024-01-26T06:34:04.464" v="7783"/>
          <ac:spMkLst>
            <pc:docMk/>
            <pc:sldMk cId="1978201882" sldId="1198"/>
            <ac:spMk id="8" creationId="{F6529E16-EEAD-F4D4-7E57-559DE56801D3}"/>
          </ac:spMkLst>
        </pc:spChg>
        <pc:spChg chg="mod">
          <ac:chgData name="유예나" userId="56804d69-2be5-4f9a-85f3-71ac819806f9" providerId="ADAL" clId="{58D894AC-7E04-41DB-A3C3-482DED13BEE6}" dt="2024-01-26T06:34:04.464" v="7783"/>
          <ac:spMkLst>
            <pc:docMk/>
            <pc:sldMk cId="1978201882" sldId="1198"/>
            <ac:spMk id="9" creationId="{75D09CE3-3A80-EABA-0671-72EBC4CB9B7C}"/>
          </ac:spMkLst>
        </pc:spChg>
        <pc:spChg chg="mod">
          <ac:chgData name="유예나" userId="56804d69-2be5-4f9a-85f3-71ac819806f9" providerId="ADAL" clId="{58D894AC-7E04-41DB-A3C3-482DED13BEE6}" dt="2024-01-26T06:34:00.171" v="7782"/>
          <ac:spMkLst>
            <pc:docMk/>
            <pc:sldMk cId="1978201882" sldId="1198"/>
            <ac:spMk id="10" creationId="{E0B2CC00-062B-4B31-9F45-44F66D77E195}"/>
          </ac:spMkLst>
        </pc:spChg>
        <pc:spChg chg="mod">
          <ac:chgData name="유예나" userId="56804d69-2be5-4f9a-85f3-71ac819806f9" providerId="ADAL" clId="{58D894AC-7E04-41DB-A3C3-482DED13BEE6}" dt="2024-01-26T06:34:04.464" v="7783"/>
          <ac:spMkLst>
            <pc:docMk/>
            <pc:sldMk cId="1978201882" sldId="1198"/>
            <ac:spMk id="12" creationId="{42977BA3-ED7F-F718-AA86-9671CFCC1363}"/>
          </ac:spMkLst>
        </pc:spChg>
        <pc:spChg chg="mod">
          <ac:chgData name="유예나" userId="56804d69-2be5-4f9a-85f3-71ac819806f9" providerId="ADAL" clId="{58D894AC-7E04-41DB-A3C3-482DED13BEE6}" dt="2024-01-26T06:34:04.464" v="7783"/>
          <ac:spMkLst>
            <pc:docMk/>
            <pc:sldMk cId="1978201882" sldId="1198"/>
            <ac:spMk id="13" creationId="{D9D4E9F7-960D-3840-1D1F-3D9BD81BCB15}"/>
          </ac:spMkLst>
        </pc:spChg>
        <pc:spChg chg="add del">
          <ac:chgData name="유예나" userId="56804d69-2be5-4f9a-85f3-71ac819806f9" providerId="ADAL" clId="{58D894AC-7E04-41DB-A3C3-482DED13BEE6}" dt="2024-01-26T06:33:45.489" v="7779" actId="478"/>
          <ac:spMkLst>
            <pc:docMk/>
            <pc:sldMk cId="1978201882" sldId="1198"/>
            <ac:spMk id="15" creationId="{2CC0F3DF-CCB8-D65F-F7C0-E4EA8C0C72C8}"/>
          </ac:spMkLst>
        </pc:spChg>
        <pc:spChg chg="add mod">
          <ac:chgData name="유예나" userId="56804d69-2be5-4f9a-85f3-71ac819806f9" providerId="ADAL" clId="{58D894AC-7E04-41DB-A3C3-482DED13BEE6}" dt="2024-01-26T06:35:30.076" v="7803" actId="14100"/>
          <ac:spMkLst>
            <pc:docMk/>
            <pc:sldMk cId="1978201882" sldId="1198"/>
            <ac:spMk id="18" creationId="{FA2CD3B0-191F-80E0-7F4E-1AA7E96E7F5D}"/>
          </ac:spMkLst>
        </pc:spChg>
        <pc:grpChg chg="add mod">
          <ac:chgData name="유예나" userId="56804d69-2be5-4f9a-85f3-71ac819806f9" providerId="ADAL" clId="{58D894AC-7E04-41DB-A3C3-482DED13BEE6}" dt="2024-01-26T06:34:04.464" v="7783"/>
          <ac:grpSpMkLst>
            <pc:docMk/>
            <pc:sldMk cId="1978201882" sldId="1198"/>
            <ac:grpSpMk id="7" creationId="{DE262038-2234-D927-C069-0E50D75948A1}"/>
          </ac:grpSpMkLst>
        </pc:grpChg>
        <pc:grpChg chg="add mod">
          <ac:chgData name="유예나" userId="56804d69-2be5-4f9a-85f3-71ac819806f9" providerId="ADAL" clId="{58D894AC-7E04-41DB-A3C3-482DED13BEE6}" dt="2024-01-26T06:34:04.464" v="7783"/>
          <ac:grpSpMkLst>
            <pc:docMk/>
            <pc:sldMk cId="1978201882" sldId="1198"/>
            <ac:grpSpMk id="11" creationId="{0C75646C-DCA4-5E56-33B4-04CACCB64AEE}"/>
          </ac:grpSpMkLst>
        </pc:grpChg>
        <pc:picChg chg="add mod">
          <ac:chgData name="유예나" userId="56804d69-2be5-4f9a-85f3-71ac819806f9" providerId="ADAL" clId="{58D894AC-7E04-41DB-A3C3-482DED13BEE6}" dt="2024-01-26T06:35:05.600" v="7794" actId="1076"/>
          <ac:picMkLst>
            <pc:docMk/>
            <pc:sldMk cId="1978201882" sldId="1198"/>
            <ac:picMk id="17" creationId="{20F06201-EE5B-599E-AB3C-FC1394CBC9AF}"/>
          </ac:picMkLst>
        </pc:picChg>
        <pc:picChg chg="del">
          <ac:chgData name="유예나" userId="56804d69-2be5-4f9a-85f3-71ac819806f9" providerId="ADAL" clId="{58D894AC-7E04-41DB-A3C3-482DED13BEE6}" dt="2024-01-26T06:34:05.959" v="7784" actId="478"/>
          <ac:picMkLst>
            <pc:docMk/>
            <pc:sldMk cId="1978201882" sldId="1198"/>
            <ac:picMk id="22" creationId="{46064994-3530-CFE1-F6F6-0A96542B0859}"/>
          </ac:picMkLst>
        </pc:picChg>
      </pc:sldChg>
      <pc:sldChg chg="addSp delSp modSp add mod modClrScheme chgLayout">
        <pc:chgData name="유예나" userId="56804d69-2be5-4f9a-85f3-71ac819806f9" providerId="ADAL" clId="{58D894AC-7E04-41DB-A3C3-482DED13BEE6}" dt="2024-01-29T04:55:33.052" v="9367" actId="700"/>
        <pc:sldMkLst>
          <pc:docMk/>
          <pc:sldMk cId="840753535" sldId="1199"/>
        </pc:sldMkLst>
        <pc:spChg chg="mod ord">
          <ac:chgData name="유예나" userId="56804d69-2be5-4f9a-85f3-71ac819806f9" providerId="ADAL" clId="{58D894AC-7E04-41DB-A3C3-482DED13BEE6}" dt="2024-01-29T04:55:33.052" v="9367" actId="700"/>
          <ac:spMkLst>
            <pc:docMk/>
            <pc:sldMk cId="840753535" sldId="1199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9T04:55:33.052" v="9367" actId="700"/>
          <ac:spMkLst>
            <pc:docMk/>
            <pc:sldMk cId="840753535" sldId="1199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9T04:55:33.052" v="9367" actId="700"/>
          <ac:spMkLst>
            <pc:docMk/>
            <pc:sldMk cId="840753535" sldId="1199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9T04:55:33.052" v="9367" actId="700"/>
          <ac:spMkLst>
            <pc:docMk/>
            <pc:sldMk cId="840753535" sldId="1199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9T04:55:33.052" v="9367" actId="700"/>
          <ac:spMkLst>
            <pc:docMk/>
            <pc:sldMk cId="840753535" sldId="1199"/>
            <ac:spMk id="6" creationId="{A53606D2-C5A0-42E5-B1CF-5BBD4D5E5F90}"/>
          </ac:spMkLst>
        </pc:spChg>
        <pc:spChg chg="del">
          <ac:chgData name="유예나" userId="56804d69-2be5-4f9a-85f3-71ac819806f9" providerId="ADAL" clId="{58D894AC-7E04-41DB-A3C3-482DED13BEE6}" dt="2024-01-29T03:22:16.841" v="7918" actId="478"/>
          <ac:spMkLst>
            <pc:docMk/>
            <pc:sldMk cId="840753535" sldId="1199"/>
            <ac:spMk id="10" creationId="{E0B2CC00-062B-4B31-9F45-44F66D77E195}"/>
          </ac:spMkLst>
        </pc:spChg>
        <pc:spChg chg="add del mod">
          <ac:chgData name="유예나" userId="56804d69-2be5-4f9a-85f3-71ac819806f9" providerId="ADAL" clId="{58D894AC-7E04-41DB-A3C3-482DED13BEE6}" dt="2024-01-29T03:22:25.395" v="7925" actId="700"/>
          <ac:spMkLst>
            <pc:docMk/>
            <pc:sldMk cId="840753535" sldId="1199"/>
            <ac:spMk id="11" creationId="{57CF9EE0-1541-398A-F875-DD0C91071432}"/>
          </ac:spMkLst>
        </pc:spChg>
        <pc:spChg chg="add del mod">
          <ac:chgData name="유예나" userId="56804d69-2be5-4f9a-85f3-71ac819806f9" providerId="ADAL" clId="{58D894AC-7E04-41DB-A3C3-482DED13BEE6}" dt="2024-01-29T03:22:37.094" v="7944" actId="478"/>
          <ac:spMkLst>
            <pc:docMk/>
            <pc:sldMk cId="840753535" sldId="1199"/>
            <ac:spMk id="13" creationId="{A6636BD5-1DE3-FCB9-1259-6F8EB3BCC72A}"/>
          </ac:spMkLst>
        </pc:spChg>
        <pc:spChg chg="add mod">
          <ac:chgData name="유예나" userId="56804d69-2be5-4f9a-85f3-71ac819806f9" providerId="ADAL" clId="{58D894AC-7E04-41DB-A3C3-482DED13BEE6}" dt="2024-01-29T04:55:24.522" v="9366" actId="20577"/>
          <ac:spMkLst>
            <pc:docMk/>
            <pc:sldMk cId="840753535" sldId="1199"/>
            <ac:spMk id="14" creationId="{860B18F9-F69C-AFB1-6AF2-86F87342DC08}"/>
          </ac:spMkLst>
        </pc:spChg>
        <pc:spChg chg="mod">
          <ac:chgData name="유예나" userId="56804d69-2be5-4f9a-85f3-71ac819806f9" providerId="ADAL" clId="{58D894AC-7E04-41DB-A3C3-482DED13BEE6}" dt="2024-01-29T03:22:17.835" v="7920" actId="6549"/>
          <ac:spMkLst>
            <pc:docMk/>
            <pc:sldMk cId="840753535" sldId="1199"/>
            <ac:spMk id="30" creationId="{ACB61741-FC95-25F6-0237-77D49EA27E18}"/>
          </ac:spMkLst>
        </pc:spChg>
        <pc:grpChg chg="del">
          <ac:chgData name="유예나" userId="56804d69-2be5-4f9a-85f3-71ac819806f9" providerId="ADAL" clId="{58D894AC-7E04-41DB-A3C3-482DED13BEE6}" dt="2024-01-29T03:22:21.119" v="7922" actId="478"/>
          <ac:grpSpMkLst>
            <pc:docMk/>
            <pc:sldMk cId="840753535" sldId="1199"/>
            <ac:grpSpMk id="18" creationId="{E7A34FBF-B332-2CDA-E5B1-DEEFB73F4951}"/>
          </ac:grpSpMkLst>
        </pc:grpChg>
        <pc:grpChg chg="del">
          <ac:chgData name="유예나" userId="56804d69-2be5-4f9a-85f3-71ac819806f9" providerId="ADAL" clId="{58D894AC-7E04-41DB-A3C3-482DED13BEE6}" dt="2024-01-29T03:22:19.513" v="7921" actId="478"/>
          <ac:grpSpMkLst>
            <pc:docMk/>
            <pc:sldMk cId="840753535" sldId="1199"/>
            <ac:grpSpMk id="28" creationId="{3985A91B-6ADC-1D87-8CAC-2AC18DA82954}"/>
          </ac:grpSpMkLst>
        </pc:grpChg>
        <pc:picChg chg="del">
          <ac:chgData name="유예나" userId="56804d69-2be5-4f9a-85f3-71ac819806f9" providerId="ADAL" clId="{58D894AC-7E04-41DB-A3C3-482DED13BEE6}" dt="2024-01-29T03:22:17.504" v="7919" actId="478"/>
          <ac:picMkLst>
            <pc:docMk/>
            <pc:sldMk cId="840753535" sldId="1199"/>
            <ac:picMk id="8" creationId="{34D7049A-84F2-8D43-E93D-EDF74CD24549}"/>
          </ac:picMkLst>
        </pc:picChg>
        <pc:picChg chg="del">
          <ac:chgData name="유예나" userId="56804d69-2be5-4f9a-85f3-71ac819806f9" providerId="ADAL" clId="{58D894AC-7E04-41DB-A3C3-482DED13BEE6}" dt="2024-01-29T03:22:21.418" v="7923" actId="478"/>
          <ac:picMkLst>
            <pc:docMk/>
            <pc:sldMk cId="840753535" sldId="1199"/>
            <ac:picMk id="9" creationId="{A9735174-F76E-6E48-4EF1-55AF7BC107C4}"/>
          </ac:picMkLst>
        </pc:picChg>
        <pc:picChg chg="del">
          <ac:chgData name="유예나" userId="56804d69-2be5-4f9a-85f3-71ac819806f9" providerId="ADAL" clId="{58D894AC-7E04-41DB-A3C3-482DED13BEE6}" dt="2024-01-29T03:22:21.813" v="7924" actId="478"/>
          <ac:picMkLst>
            <pc:docMk/>
            <pc:sldMk cId="840753535" sldId="1199"/>
            <ac:picMk id="12" creationId="{8FE50F2F-5142-5601-35B0-FC44DEEB05FC}"/>
          </ac:picMkLst>
        </pc:picChg>
      </pc:sldChg>
      <pc:sldChg chg="addSp delSp add del mod">
        <pc:chgData name="유예나" userId="56804d69-2be5-4f9a-85f3-71ac819806f9" providerId="ADAL" clId="{58D894AC-7E04-41DB-A3C3-482DED13BEE6}" dt="2024-01-26T07:12:17.687" v="7832" actId="47"/>
        <pc:sldMkLst>
          <pc:docMk/>
          <pc:sldMk cId="1221209709" sldId="1199"/>
        </pc:sldMkLst>
        <pc:grpChg chg="add del">
          <ac:chgData name="유예나" userId="56804d69-2be5-4f9a-85f3-71ac819806f9" providerId="ADAL" clId="{58D894AC-7E04-41DB-A3C3-482DED13BEE6}" dt="2024-01-26T07:12:12.033" v="7830" actId="478"/>
          <ac:grpSpMkLst>
            <pc:docMk/>
            <pc:sldMk cId="1221209709" sldId="1199"/>
            <ac:grpSpMk id="14" creationId="{9191BA00-3374-C700-0567-E697A341D20F}"/>
          </ac:grpSpMkLst>
        </pc:grpChg>
      </pc:sldChg>
      <pc:sldChg chg="new del">
        <pc:chgData name="유예나" userId="56804d69-2be5-4f9a-85f3-71ac819806f9" providerId="ADAL" clId="{58D894AC-7E04-41DB-A3C3-482DED13BEE6}" dt="2024-01-26T07:52:46.490" v="7847" actId="680"/>
        <pc:sldMkLst>
          <pc:docMk/>
          <pc:sldMk cId="3844172337" sldId="1199"/>
        </pc:sldMkLst>
      </pc:sldChg>
      <pc:sldChg chg="new del">
        <pc:chgData name="유예나" userId="56804d69-2be5-4f9a-85f3-71ac819806f9" providerId="ADAL" clId="{58D894AC-7E04-41DB-A3C3-482DED13BEE6}" dt="2024-01-26T07:52:45.596" v="7846" actId="680"/>
        <pc:sldMkLst>
          <pc:docMk/>
          <pc:sldMk cId="435069662" sldId="1200"/>
        </pc:sldMkLst>
      </pc:sldChg>
      <pc:sldChg chg="addSp delSp modSp add del mod">
        <pc:chgData name="유예나" userId="56804d69-2be5-4f9a-85f3-71ac819806f9" providerId="ADAL" clId="{58D894AC-7E04-41DB-A3C3-482DED13BEE6}" dt="2024-01-26T07:12:42.808" v="7841" actId="47"/>
        <pc:sldMkLst>
          <pc:docMk/>
          <pc:sldMk cId="2229478018" sldId="1200"/>
        </pc:sldMkLst>
        <pc:spChg chg="mod topLvl">
          <ac:chgData name="유예나" userId="56804d69-2be5-4f9a-85f3-71ac819806f9" providerId="ADAL" clId="{58D894AC-7E04-41DB-A3C3-482DED13BEE6}" dt="2024-01-26T07:12:39.527" v="7840" actId="14100"/>
          <ac:spMkLst>
            <pc:docMk/>
            <pc:sldMk cId="2229478018" sldId="1200"/>
            <ac:spMk id="17" creationId="{8635C8A0-A823-49A0-45CB-D0A1D88154C3}"/>
          </ac:spMkLst>
        </pc:spChg>
        <pc:grpChg chg="del">
          <ac:chgData name="유예나" userId="56804d69-2be5-4f9a-85f3-71ac819806f9" providerId="ADAL" clId="{58D894AC-7E04-41DB-A3C3-482DED13BEE6}" dt="2024-01-26T07:12:19.820" v="7833" actId="478"/>
          <ac:grpSpMkLst>
            <pc:docMk/>
            <pc:sldMk cId="2229478018" sldId="1200"/>
            <ac:grpSpMk id="20" creationId="{FD48C5A9-FBDB-43B4-B305-C6B9455B2238}"/>
          </ac:grpSpMkLst>
        </pc:grpChg>
        <pc:picChg chg="add mod ord">
          <ac:chgData name="유예나" userId="56804d69-2be5-4f9a-85f3-71ac819806f9" providerId="ADAL" clId="{58D894AC-7E04-41DB-A3C3-482DED13BEE6}" dt="2024-01-26T07:12:33.954" v="7838" actId="1076"/>
          <ac:picMkLst>
            <pc:docMk/>
            <pc:sldMk cId="2229478018" sldId="1200"/>
            <ac:picMk id="8" creationId="{4F7129F0-694E-8319-38B4-5A2EFEB90A36}"/>
          </ac:picMkLst>
        </pc:picChg>
        <pc:picChg chg="del topLvl">
          <ac:chgData name="유예나" userId="56804d69-2be5-4f9a-85f3-71ac819806f9" providerId="ADAL" clId="{58D894AC-7E04-41DB-A3C3-482DED13BEE6}" dt="2024-01-26T07:12:19.820" v="7833" actId="478"/>
          <ac:picMkLst>
            <pc:docMk/>
            <pc:sldMk cId="2229478018" sldId="1200"/>
            <ac:picMk id="16" creationId="{8039554F-9446-8FFF-7D83-925F43FFC2F8}"/>
          </ac:picMkLst>
        </pc:picChg>
      </pc:sldChg>
      <pc:sldChg chg="modSp add mod ord modClrScheme chgLayout">
        <pc:chgData name="유예나" userId="56804d69-2be5-4f9a-85f3-71ac819806f9" providerId="ADAL" clId="{58D894AC-7E04-41DB-A3C3-482DED13BEE6}" dt="2024-01-29T05:41:58.255" v="9395" actId="313"/>
        <pc:sldMkLst>
          <pc:docMk/>
          <pc:sldMk cId="3929353624" sldId="1200"/>
        </pc:sldMkLst>
        <pc:spChg chg="mod ord">
          <ac:chgData name="유예나" userId="56804d69-2be5-4f9a-85f3-71ac819806f9" providerId="ADAL" clId="{58D894AC-7E04-41DB-A3C3-482DED13BEE6}" dt="2024-01-29T04:55:38.596" v="9368" actId="700"/>
          <ac:spMkLst>
            <pc:docMk/>
            <pc:sldMk cId="3929353624" sldId="1200"/>
            <ac:spMk id="2" creationId="{330F4EB3-93D8-4C06-ADED-0A329243103D}"/>
          </ac:spMkLst>
        </pc:spChg>
        <pc:spChg chg="mod ord">
          <ac:chgData name="유예나" userId="56804d69-2be5-4f9a-85f3-71ac819806f9" providerId="ADAL" clId="{58D894AC-7E04-41DB-A3C3-482DED13BEE6}" dt="2024-01-29T04:55:38.596" v="9368" actId="700"/>
          <ac:spMkLst>
            <pc:docMk/>
            <pc:sldMk cId="3929353624" sldId="1200"/>
            <ac:spMk id="3" creationId="{221B0E9C-80C3-413B-A6EE-BB5C44D07132}"/>
          </ac:spMkLst>
        </pc:spChg>
        <pc:spChg chg="mod ord">
          <ac:chgData name="유예나" userId="56804d69-2be5-4f9a-85f3-71ac819806f9" providerId="ADAL" clId="{58D894AC-7E04-41DB-A3C3-482DED13BEE6}" dt="2024-01-29T04:55:38.596" v="9368" actId="700"/>
          <ac:spMkLst>
            <pc:docMk/>
            <pc:sldMk cId="3929353624" sldId="1200"/>
            <ac:spMk id="4" creationId="{4058C1A1-806B-4836-BE0C-90CAABEF4277}"/>
          </ac:spMkLst>
        </pc:spChg>
        <pc:spChg chg="mod ord">
          <ac:chgData name="유예나" userId="56804d69-2be5-4f9a-85f3-71ac819806f9" providerId="ADAL" clId="{58D894AC-7E04-41DB-A3C3-482DED13BEE6}" dt="2024-01-29T04:55:38.596" v="9368" actId="700"/>
          <ac:spMkLst>
            <pc:docMk/>
            <pc:sldMk cId="3929353624" sldId="1200"/>
            <ac:spMk id="5" creationId="{8E5D141B-F47E-4265-8F69-D191722C6659}"/>
          </ac:spMkLst>
        </pc:spChg>
        <pc:spChg chg="mod ord">
          <ac:chgData name="유예나" userId="56804d69-2be5-4f9a-85f3-71ac819806f9" providerId="ADAL" clId="{58D894AC-7E04-41DB-A3C3-482DED13BEE6}" dt="2024-01-29T04:55:38.596" v="9368" actId="700"/>
          <ac:spMkLst>
            <pc:docMk/>
            <pc:sldMk cId="3929353624" sldId="1200"/>
            <ac:spMk id="6" creationId="{A53606D2-C5A0-42E5-B1CF-5BBD4D5E5F90}"/>
          </ac:spMkLst>
        </pc:spChg>
        <pc:spChg chg="mod">
          <ac:chgData name="유예나" userId="56804d69-2be5-4f9a-85f3-71ac819806f9" providerId="ADAL" clId="{58D894AC-7E04-41DB-A3C3-482DED13BEE6}" dt="2024-01-29T05:41:58.255" v="9395" actId="313"/>
          <ac:spMkLst>
            <pc:docMk/>
            <pc:sldMk cId="3929353624" sldId="1200"/>
            <ac:spMk id="14" creationId="{860B18F9-F69C-AFB1-6AF2-86F87342DC08}"/>
          </ac:spMkLst>
        </pc:spChg>
      </pc:sldChg>
      <pc:sldChg chg="new del">
        <pc:chgData name="유예나" userId="56804d69-2be5-4f9a-85f3-71ac819806f9" providerId="ADAL" clId="{58D894AC-7E04-41DB-A3C3-482DED13BEE6}" dt="2024-01-26T07:52:44.425" v="7845" actId="680"/>
        <pc:sldMkLst>
          <pc:docMk/>
          <pc:sldMk cId="2794550857" sldId="1201"/>
        </pc:sldMkLst>
      </pc:sldChg>
    </pc:docChg>
  </pc:docChgLst>
  <pc:docChgLst>
    <pc:chgData name="김명호" userId="e0d603aa-548e-418b-a070-918475337925" providerId="ADAL" clId="{919ECAE0-964F-4DB0-8373-F74C847C1688}"/>
    <pc:docChg chg="undo custSel addSld delSld modSld delSection modSection">
      <pc:chgData name="김명호" userId="e0d603aa-548e-418b-a070-918475337925" providerId="ADAL" clId="{919ECAE0-964F-4DB0-8373-F74C847C1688}" dt="2024-01-29T07:53:55.249" v="163" actId="17851"/>
      <pc:docMkLst>
        <pc:docMk/>
      </pc:docMkLst>
      <pc:sldChg chg="modSp mod">
        <pc:chgData name="김명호" userId="e0d603aa-548e-418b-a070-918475337925" providerId="ADAL" clId="{919ECAE0-964F-4DB0-8373-F74C847C1688}" dt="2024-01-29T07:48:21.907" v="68" actId="20577"/>
        <pc:sldMkLst>
          <pc:docMk/>
          <pc:sldMk cId="663090028" sldId="259"/>
        </pc:sldMkLst>
        <pc:spChg chg="mod">
          <ac:chgData name="김명호" userId="e0d603aa-548e-418b-a070-918475337925" providerId="ADAL" clId="{919ECAE0-964F-4DB0-8373-F74C847C1688}" dt="2024-01-29T07:47:36.368" v="5" actId="20577"/>
          <ac:spMkLst>
            <pc:docMk/>
            <pc:sldMk cId="663090028" sldId="259"/>
            <ac:spMk id="3" creationId="{95F57DC9-C93A-4186-A70B-EE25477B45C9}"/>
          </ac:spMkLst>
        </pc:spChg>
        <pc:spChg chg="mod">
          <ac:chgData name="김명호" userId="e0d603aa-548e-418b-a070-918475337925" providerId="ADAL" clId="{919ECAE0-964F-4DB0-8373-F74C847C1688}" dt="2024-01-29T07:48:12.348" v="57" actId="14100"/>
          <ac:spMkLst>
            <pc:docMk/>
            <pc:sldMk cId="663090028" sldId="259"/>
            <ac:spMk id="5" creationId="{029A339E-21A1-41D7-8EEF-1BB6F1C3B0B0}"/>
          </ac:spMkLst>
        </pc:spChg>
        <pc:spChg chg="mod">
          <ac:chgData name="김명호" userId="e0d603aa-548e-418b-a070-918475337925" providerId="ADAL" clId="{919ECAE0-964F-4DB0-8373-F74C847C1688}" dt="2024-01-29T07:48:21.907" v="68" actId="20577"/>
          <ac:spMkLst>
            <pc:docMk/>
            <pc:sldMk cId="663090028" sldId="259"/>
            <ac:spMk id="6" creationId="{648CA881-48B2-44CF-802C-77A8154BE220}"/>
          </ac:spMkLst>
        </pc:spChg>
      </pc:sldChg>
      <pc:sldChg chg="modSp mod">
        <pc:chgData name="김명호" userId="e0d603aa-548e-418b-a070-918475337925" providerId="ADAL" clId="{919ECAE0-964F-4DB0-8373-F74C847C1688}" dt="2024-01-29T07:47:56.376" v="30" actId="20577"/>
        <pc:sldMkLst>
          <pc:docMk/>
          <pc:sldMk cId="936676672" sldId="344"/>
        </pc:sldMkLst>
        <pc:graphicFrameChg chg="mod modGraphic">
          <ac:chgData name="김명호" userId="e0d603aa-548e-418b-a070-918475337925" providerId="ADAL" clId="{919ECAE0-964F-4DB0-8373-F74C847C1688}" dt="2024-01-29T07:47:56.376" v="30" actId="20577"/>
          <ac:graphicFrameMkLst>
            <pc:docMk/>
            <pc:sldMk cId="936676672" sldId="344"/>
            <ac:graphicFrameMk id="7" creationId="{978119AB-B35B-4D30-BA38-8140FAF453A1}"/>
          </ac:graphicFrameMkLst>
        </pc:graphicFrameChg>
      </pc:sldChg>
      <pc:sldChg chg="del">
        <pc:chgData name="김명호" userId="e0d603aa-548e-418b-a070-918475337925" providerId="ADAL" clId="{919ECAE0-964F-4DB0-8373-F74C847C1688}" dt="2024-01-29T07:49:32.091" v="73" actId="47"/>
        <pc:sldMkLst>
          <pc:docMk/>
          <pc:sldMk cId="868631963" sldId="515"/>
        </pc:sldMkLst>
      </pc:sldChg>
      <pc:sldChg chg="del">
        <pc:chgData name="김명호" userId="e0d603aa-548e-418b-a070-918475337925" providerId="ADAL" clId="{919ECAE0-964F-4DB0-8373-F74C847C1688}" dt="2024-01-29T07:49:34.553" v="74" actId="47"/>
        <pc:sldMkLst>
          <pc:docMk/>
          <pc:sldMk cId="4188210936" sldId="516"/>
        </pc:sldMkLst>
      </pc:sldChg>
      <pc:sldChg chg="del">
        <pc:chgData name="김명호" userId="e0d603aa-548e-418b-a070-918475337925" providerId="ADAL" clId="{919ECAE0-964F-4DB0-8373-F74C847C1688}" dt="2024-01-29T07:50:14.280" v="81" actId="47"/>
        <pc:sldMkLst>
          <pc:docMk/>
          <pc:sldMk cId="463336508" sldId="537"/>
        </pc:sldMkLst>
      </pc:sldChg>
      <pc:sldChg chg="del">
        <pc:chgData name="김명호" userId="e0d603aa-548e-418b-a070-918475337925" providerId="ADAL" clId="{919ECAE0-964F-4DB0-8373-F74C847C1688}" dt="2024-01-29T07:52:17.461" v="136" actId="47"/>
        <pc:sldMkLst>
          <pc:docMk/>
          <pc:sldMk cId="4238778860" sldId="590"/>
        </pc:sldMkLst>
      </pc:sldChg>
      <pc:sldChg chg="del">
        <pc:chgData name="김명호" userId="e0d603aa-548e-418b-a070-918475337925" providerId="ADAL" clId="{919ECAE0-964F-4DB0-8373-F74C847C1688}" dt="2024-01-29T07:52:19.521" v="137" actId="47"/>
        <pc:sldMkLst>
          <pc:docMk/>
          <pc:sldMk cId="1071020693" sldId="591"/>
        </pc:sldMkLst>
      </pc:sldChg>
      <pc:sldChg chg="del">
        <pc:chgData name="김명호" userId="e0d603aa-548e-418b-a070-918475337925" providerId="ADAL" clId="{919ECAE0-964F-4DB0-8373-F74C847C1688}" dt="2024-01-29T07:52:30.991" v="143" actId="47"/>
        <pc:sldMkLst>
          <pc:docMk/>
          <pc:sldMk cId="796643270" sldId="606"/>
        </pc:sldMkLst>
      </pc:sldChg>
      <pc:sldChg chg="del">
        <pc:chgData name="김명호" userId="e0d603aa-548e-418b-a070-918475337925" providerId="ADAL" clId="{919ECAE0-964F-4DB0-8373-F74C847C1688}" dt="2024-01-29T07:52:59.222" v="151" actId="47"/>
        <pc:sldMkLst>
          <pc:docMk/>
          <pc:sldMk cId="4162283836" sldId="608"/>
        </pc:sldMkLst>
      </pc:sldChg>
      <pc:sldChg chg="add del">
        <pc:chgData name="김명호" userId="e0d603aa-548e-418b-a070-918475337925" providerId="ADAL" clId="{919ECAE0-964F-4DB0-8373-F74C847C1688}" dt="2024-01-29T07:52:49.442" v="146" actId="47"/>
        <pc:sldMkLst>
          <pc:docMk/>
          <pc:sldMk cId="2395288267" sldId="619"/>
        </pc:sldMkLst>
      </pc:sldChg>
      <pc:sldChg chg="del">
        <pc:chgData name="김명호" userId="e0d603aa-548e-418b-a070-918475337925" providerId="ADAL" clId="{919ECAE0-964F-4DB0-8373-F74C847C1688}" dt="2024-01-29T07:52:27.373" v="141" actId="47"/>
        <pc:sldMkLst>
          <pc:docMk/>
          <pc:sldMk cId="1695742282" sldId="620"/>
        </pc:sldMkLst>
      </pc:sldChg>
      <pc:sldChg chg="del">
        <pc:chgData name="김명호" userId="e0d603aa-548e-418b-a070-918475337925" providerId="ADAL" clId="{919ECAE0-964F-4DB0-8373-F74C847C1688}" dt="2024-01-29T07:52:28.189" v="142" actId="47"/>
        <pc:sldMkLst>
          <pc:docMk/>
          <pc:sldMk cId="3070541765" sldId="621"/>
        </pc:sldMkLst>
      </pc:sldChg>
      <pc:sldChg chg="del">
        <pc:chgData name="김명호" userId="e0d603aa-548e-418b-a070-918475337925" providerId="ADAL" clId="{919ECAE0-964F-4DB0-8373-F74C847C1688}" dt="2024-01-29T07:52:52.036" v="148" actId="47"/>
        <pc:sldMkLst>
          <pc:docMk/>
          <pc:sldMk cId="4288679465" sldId="623"/>
        </pc:sldMkLst>
      </pc:sldChg>
      <pc:sldChg chg="del">
        <pc:chgData name="김명호" userId="e0d603aa-548e-418b-a070-918475337925" providerId="ADAL" clId="{919ECAE0-964F-4DB0-8373-F74C847C1688}" dt="2024-01-29T07:52:50.530" v="147" actId="47"/>
        <pc:sldMkLst>
          <pc:docMk/>
          <pc:sldMk cId="150653922" sldId="624"/>
        </pc:sldMkLst>
      </pc:sldChg>
      <pc:sldChg chg="del">
        <pc:chgData name="김명호" userId="e0d603aa-548e-418b-a070-918475337925" providerId="ADAL" clId="{919ECAE0-964F-4DB0-8373-F74C847C1688}" dt="2024-01-29T07:52:54.346" v="149" actId="47"/>
        <pc:sldMkLst>
          <pc:docMk/>
          <pc:sldMk cId="1072898210" sldId="627"/>
        </pc:sldMkLst>
      </pc:sldChg>
      <pc:sldChg chg="del">
        <pc:chgData name="김명호" userId="e0d603aa-548e-418b-a070-918475337925" providerId="ADAL" clId="{919ECAE0-964F-4DB0-8373-F74C847C1688}" dt="2024-01-29T07:53:26.496" v="158" actId="47"/>
        <pc:sldMkLst>
          <pc:docMk/>
          <pc:sldMk cId="3211156367" sldId="1037"/>
        </pc:sldMkLst>
      </pc:sldChg>
      <pc:sldChg chg="del">
        <pc:chgData name="김명호" userId="e0d603aa-548e-418b-a070-918475337925" providerId="ADAL" clId="{919ECAE0-964F-4DB0-8373-F74C847C1688}" dt="2024-01-29T07:53:30.579" v="160" actId="47"/>
        <pc:sldMkLst>
          <pc:docMk/>
          <pc:sldMk cId="2165793030" sldId="1038"/>
        </pc:sldMkLst>
      </pc:sldChg>
      <pc:sldChg chg="del">
        <pc:chgData name="김명호" userId="e0d603aa-548e-418b-a070-918475337925" providerId="ADAL" clId="{919ECAE0-964F-4DB0-8373-F74C847C1688}" dt="2024-01-29T07:48:36.320" v="69" actId="47"/>
        <pc:sldMkLst>
          <pc:docMk/>
          <pc:sldMk cId="3281049538" sldId="1040"/>
        </pc:sldMkLst>
      </pc:sldChg>
      <pc:sldChg chg="del">
        <pc:chgData name="김명호" userId="e0d603aa-548e-418b-a070-918475337925" providerId="ADAL" clId="{919ECAE0-964F-4DB0-8373-F74C847C1688}" dt="2024-01-29T07:53:14.675" v="157" actId="47"/>
        <pc:sldMkLst>
          <pc:docMk/>
          <pc:sldMk cId="1387588116" sldId="1136"/>
        </pc:sldMkLst>
      </pc:sldChg>
      <pc:sldChg chg="del">
        <pc:chgData name="김명호" userId="e0d603aa-548e-418b-a070-918475337925" providerId="ADAL" clId="{919ECAE0-964F-4DB0-8373-F74C847C1688}" dt="2024-01-29T07:49:17.700" v="72" actId="47"/>
        <pc:sldMkLst>
          <pc:docMk/>
          <pc:sldMk cId="1250604311" sldId="1138"/>
        </pc:sldMkLst>
      </pc:sldChg>
      <pc:sldChg chg="del">
        <pc:chgData name="김명호" userId="e0d603aa-548e-418b-a070-918475337925" providerId="ADAL" clId="{919ECAE0-964F-4DB0-8373-F74C847C1688}" dt="2024-01-29T07:49:46.414" v="75" actId="47"/>
        <pc:sldMkLst>
          <pc:docMk/>
          <pc:sldMk cId="663908857" sldId="1139"/>
        </pc:sldMkLst>
      </pc:sldChg>
      <pc:sldChg chg="del">
        <pc:chgData name="김명호" userId="e0d603aa-548e-418b-a070-918475337925" providerId="ADAL" clId="{919ECAE0-964F-4DB0-8373-F74C847C1688}" dt="2024-01-29T07:50:01.973" v="76" actId="47"/>
        <pc:sldMkLst>
          <pc:docMk/>
          <pc:sldMk cId="2558622888" sldId="1141"/>
        </pc:sldMkLst>
      </pc:sldChg>
      <pc:sldChg chg="del">
        <pc:chgData name="김명호" userId="e0d603aa-548e-418b-a070-918475337925" providerId="ADAL" clId="{919ECAE0-964F-4DB0-8373-F74C847C1688}" dt="2024-01-29T07:50:05.663" v="77" actId="47"/>
        <pc:sldMkLst>
          <pc:docMk/>
          <pc:sldMk cId="1706337745" sldId="1142"/>
        </pc:sldMkLst>
      </pc:sldChg>
      <pc:sldChg chg="del">
        <pc:chgData name="김명호" userId="e0d603aa-548e-418b-a070-918475337925" providerId="ADAL" clId="{919ECAE0-964F-4DB0-8373-F74C847C1688}" dt="2024-01-29T07:50:08.496" v="78" actId="47"/>
        <pc:sldMkLst>
          <pc:docMk/>
          <pc:sldMk cId="3572331913" sldId="1143"/>
        </pc:sldMkLst>
      </pc:sldChg>
      <pc:sldChg chg="del">
        <pc:chgData name="김명호" userId="e0d603aa-548e-418b-a070-918475337925" providerId="ADAL" clId="{919ECAE0-964F-4DB0-8373-F74C847C1688}" dt="2024-01-29T07:50:10.099" v="79" actId="47"/>
        <pc:sldMkLst>
          <pc:docMk/>
          <pc:sldMk cId="262220450" sldId="1144"/>
        </pc:sldMkLst>
      </pc:sldChg>
      <pc:sldChg chg="del">
        <pc:chgData name="김명호" userId="e0d603aa-548e-418b-a070-918475337925" providerId="ADAL" clId="{919ECAE0-964F-4DB0-8373-F74C847C1688}" dt="2024-01-29T07:50:11.335" v="80" actId="47"/>
        <pc:sldMkLst>
          <pc:docMk/>
          <pc:sldMk cId="2327049963" sldId="1146"/>
        </pc:sldMkLst>
      </pc:sldChg>
      <pc:sldChg chg="del">
        <pc:chgData name="김명호" userId="e0d603aa-548e-418b-a070-918475337925" providerId="ADAL" clId="{919ECAE0-964F-4DB0-8373-F74C847C1688}" dt="2024-01-29T07:50:15.440" v="82" actId="47"/>
        <pc:sldMkLst>
          <pc:docMk/>
          <pc:sldMk cId="2761166033" sldId="1147"/>
        </pc:sldMkLst>
      </pc:sldChg>
      <pc:sldChg chg="del">
        <pc:chgData name="김명호" userId="e0d603aa-548e-418b-a070-918475337925" providerId="ADAL" clId="{919ECAE0-964F-4DB0-8373-F74C847C1688}" dt="2024-01-29T07:50:19.492" v="83" actId="47"/>
        <pc:sldMkLst>
          <pc:docMk/>
          <pc:sldMk cId="1311671968" sldId="1149"/>
        </pc:sldMkLst>
      </pc:sldChg>
      <pc:sldChg chg="del">
        <pc:chgData name="김명호" userId="e0d603aa-548e-418b-a070-918475337925" providerId="ADAL" clId="{919ECAE0-964F-4DB0-8373-F74C847C1688}" dt="2024-01-29T07:50:21.527" v="84" actId="47"/>
        <pc:sldMkLst>
          <pc:docMk/>
          <pc:sldMk cId="3421321325" sldId="1150"/>
        </pc:sldMkLst>
      </pc:sldChg>
      <pc:sldChg chg="del">
        <pc:chgData name="김명호" userId="e0d603aa-548e-418b-a070-918475337925" providerId="ADAL" clId="{919ECAE0-964F-4DB0-8373-F74C847C1688}" dt="2024-01-29T07:50:22.193" v="85" actId="47"/>
        <pc:sldMkLst>
          <pc:docMk/>
          <pc:sldMk cId="972474781" sldId="1151"/>
        </pc:sldMkLst>
      </pc:sldChg>
      <pc:sldChg chg="del">
        <pc:chgData name="김명호" userId="e0d603aa-548e-418b-a070-918475337925" providerId="ADAL" clId="{919ECAE0-964F-4DB0-8373-F74C847C1688}" dt="2024-01-29T07:50:22.820" v="86" actId="47"/>
        <pc:sldMkLst>
          <pc:docMk/>
          <pc:sldMk cId="305826098" sldId="1152"/>
        </pc:sldMkLst>
      </pc:sldChg>
      <pc:sldChg chg="del">
        <pc:chgData name="김명호" userId="e0d603aa-548e-418b-a070-918475337925" providerId="ADAL" clId="{919ECAE0-964F-4DB0-8373-F74C847C1688}" dt="2024-01-29T07:50:23.400" v="87" actId="47"/>
        <pc:sldMkLst>
          <pc:docMk/>
          <pc:sldMk cId="1200824645" sldId="1153"/>
        </pc:sldMkLst>
      </pc:sldChg>
      <pc:sldChg chg="del">
        <pc:chgData name="김명호" userId="e0d603aa-548e-418b-a070-918475337925" providerId="ADAL" clId="{919ECAE0-964F-4DB0-8373-F74C847C1688}" dt="2024-01-29T07:50:34.024" v="88" actId="47"/>
        <pc:sldMkLst>
          <pc:docMk/>
          <pc:sldMk cId="1683603760" sldId="1154"/>
        </pc:sldMkLst>
      </pc:sldChg>
      <pc:sldChg chg="del">
        <pc:chgData name="김명호" userId="e0d603aa-548e-418b-a070-918475337925" providerId="ADAL" clId="{919ECAE0-964F-4DB0-8373-F74C847C1688}" dt="2024-01-29T07:50:35.646" v="89" actId="47"/>
        <pc:sldMkLst>
          <pc:docMk/>
          <pc:sldMk cId="1823643013" sldId="1155"/>
        </pc:sldMkLst>
      </pc:sldChg>
      <pc:sldChg chg="del">
        <pc:chgData name="김명호" userId="e0d603aa-548e-418b-a070-918475337925" providerId="ADAL" clId="{919ECAE0-964F-4DB0-8373-F74C847C1688}" dt="2024-01-29T07:50:37.279" v="90" actId="47"/>
        <pc:sldMkLst>
          <pc:docMk/>
          <pc:sldMk cId="2562245623" sldId="1156"/>
        </pc:sldMkLst>
      </pc:sldChg>
      <pc:sldChg chg="del">
        <pc:chgData name="김명호" userId="e0d603aa-548e-418b-a070-918475337925" providerId="ADAL" clId="{919ECAE0-964F-4DB0-8373-F74C847C1688}" dt="2024-01-29T07:50:38.525" v="91" actId="47"/>
        <pc:sldMkLst>
          <pc:docMk/>
          <pc:sldMk cId="682755460" sldId="1157"/>
        </pc:sldMkLst>
      </pc:sldChg>
      <pc:sldChg chg="del">
        <pc:chgData name="김명호" userId="e0d603aa-548e-418b-a070-918475337925" providerId="ADAL" clId="{919ECAE0-964F-4DB0-8373-F74C847C1688}" dt="2024-01-29T07:50:39.403" v="92" actId="47"/>
        <pc:sldMkLst>
          <pc:docMk/>
          <pc:sldMk cId="2680392553" sldId="1160"/>
        </pc:sldMkLst>
      </pc:sldChg>
      <pc:sldChg chg="del">
        <pc:chgData name="김명호" userId="e0d603aa-548e-418b-a070-918475337925" providerId="ADAL" clId="{919ECAE0-964F-4DB0-8373-F74C847C1688}" dt="2024-01-29T07:50:40.220" v="93" actId="47"/>
        <pc:sldMkLst>
          <pc:docMk/>
          <pc:sldMk cId="2712965967" sldId="1161"/>
        </pc:sldMkLst>
      </pc:sldChg>
      <pc:sldChg chg="del">
        <pc:chgData name="김명호" userId="e0d603aa-548e-418b-a070-918475337925" providerId="ADAL" clId="{919ECAE0-964F-4DB0-8373-F74C847C1688}" dt="2024-01-29T07:50:49.481" v="95" actId="47"/>
        <pc:sldMkLst>
          <pc:docMk/>
          <pc:sldMk cId="231525656" sldId="1162"/>
        </pc:sldMkLst>
      </pc:sldChg>
      <pc:sldChg chg="del">
        <pc:chgData name="김명호" userId="e0d603aa-548e-418b-a070-918475337925" providerId="ADAL" clId="{919ECAE0-964F-4DB0-8373-F74C847C1688}" dt="2024-01-29T07:50:48.166" v="94" actId="47"/>
        <pc:sldMkLst>
          <pc:docMk/>
          <pc:sldMk cId="2744817805" sldId="1163"/>
        </pc:sldMkLst>
      </pc:sldChg>
      <pc:sldChg chg="del">
        <pc:chgData name="김명호" userId="e0d603aa-548e-418b-a070-918475337925" providerId="ADAL" clId="{919ECAE0-964F-4DB0-8373-F74C847C1688}" dt="2024-01-29T07:50:50.279" v="96" actId="47"/>
        <pc:sldMkLst>
          <pc:docMk/>
          <pc:sldMk cId="3283538578" sldId="1164"/>
        </pc:sldMkLst>
      </pc:sldChg>
      <pc:sldChg chg="del">
        <pc:chgData name="김명호" userId="e0d603aa-548e-418b-a070-918475337925" providerId="ADAL" clId="{919ECAE0-964F-4DB0-8373-F74C847C1688}" dt="2024-01-29T07:50:50.930" v="97" actId="47"/>
        <pc:sldMkLst>
          <pc:docMk/>
          <pc:sldMk cId="2528178885" sldId="1166"/>
        </pc:sldMkLst>
      </pc:sldChg>
      <pc:sldChg chg="del">
        <pc:chgData name="김명호" userId="e0d603aa-548e-418b-a070-918475337925" providerId="ADAL" clId="{919ECAE0-964F-4DB0-8373-F74C847C1688}" dt="2024-01-29T07:50:51.779" v="98" actId="47"/>
        <pc:sldMkLst>
          <pc:docMk/>
          <pc:sldMk cId="138816865" sldId="1167"/>
        </pc:sldMkLst>
      </pc:sldChg>
      <pc:sldChg chg="del">
        <pc:chgData name="김명호" userId="e0d603aa-548e-418b-a070-918475337925" providerId="ADAL" clId="{919ECAE0-964F-4DB0-8373-F74C847C1688}" dt="2024-01-29T07:50:52.582" v="99" actId="47"/>
        <pc:sldMkLst>
          <pc:docMk/>
          <pc:sldMk cId="887819953" sldId="1168"/>
        </pc:sldMkLst>
      </pc:sldChg>
      <pc:sldChg chg="del">
        <pc:chgData name="김명호" userId="e0d603aa-548e-418b-a070-918475337925" providerId="ADAL" clId="{919ECAE0-964F-4DB0-8373-F74C847C1688}" dt="2024-01-29T07:50:53.777" v="100" actId="47"/>
        <pc:sldMkLst>
          <pc:docMk/>
          <pc:sldMk cId="896717122" sldId="1169"/>
        </pc:sldMkLst>
      </pc:sldChg>
      <pc:sldChg chg="del">
        <pc:chgData name="김명호" userId="e0d603aa-548e-418b-a070-918475337925" providerId="ADAL" clId="{919ECAE0-964F-4DB0-8373-F74C847C1688}" dt="2024-01-29T07:50:54.336" v="101" actId="47"/>
        <pc:sldMkLst>
          <pc:docMk/>
          <pc:sldMk cId="2032936542" sldId="1170"/>
        </pc:sldMkLst>
      </pc:sldChg>
      <pc:sldChg chg="del">
        <pc:chgData name="김명호" userId="e0d603aa-548e-418b-a070-918475337925" providerId="ADAL" clId="{919ECAE0-964F-4DB0-8373-F74C847C1688}" dt="2024-01-29T07:50:55.005" v="102" actId="47"/>
        <pc:sldMkLst>
          <pc:docMk/>
          <pc:sldMk cId="3673344449" sldId="1171"/>
        </pc:sldMkLst>
      </pc:sldChg>
      <pc:sldChg chg="del">
        <pc:chgData name="김명호" userId="e0d603aa-548e-418b-a070-918475337925" providerId="ADAL" clId="{919ECAE0-964F-4DB0-8373-F74C847C1688}" dt="2024-01-29T07:50:55.673" v="103" actId="47"/>
        <pc:sldMkLst>
          <pc:docMk/>
          <pc:sldMk cId="1625275668" sldId="1172"/>
        </pc:sldMkLst>
      </pc:sldChg>
      <pc:sldChg chg="del">
        <pc:chgData name="김명호" userId="e0d603aa-548e-418b-a070-918475337925" providerId="ADAL" clId="{919ECAE0-964F-4DB0-8373-F74C847C1688}" dt="2024-01-29T07:50:56.571" v="104" actId="47"/>
        <pc:sldMkLst>
          <pc:docMk/>
          <pc:sldMk cId="2493298372" sldId="1173"/>
        </pc:sldMkLst>
      </pc:sldChg>
      <pc:sldChg chg="del">
        <pc:chgData name="김명호" userId="e0d603aa-548e-418b-a070-918475337925" providerId="ADAL" clId="{919ECAE0-964F-4DB0-8373-F74C847C1688}" dt="2024-01-29T07:50:57.118" v="105" actId="47"/>
        <pc:sldMkLst>
          <pc:docMk/>
          <pc:sldMk cId="2139677583" sldId="1174"/>
        </pc:sldMkLst>
      </pc:sldChg>
      <pc:sldChg chg="del">
        <pc:chgData name="김명호" userId="e0d603aa-548e-418b-a070-918475337925" providerId="ADAL" clId="{919ECAE0-964F-4DB0-8373-F74C847C1688}" dt="2024-01-29T07:50:57.657" v="106" actId="47"/>
        <pc:sldMkLst>
          <pc:docMk/>
          <pc:sldMk cId="3879801209" sldId="1176"/>
        </pc:sldMkLst>
      </pc:sldChg>
      <pc:sldChg chg="del">
        <pc:chgData name="김명호" userId="e0d603aa-548e-418b-a070-918475337925" providerId="ADAL" clId="{919ECAE0-964F-4DB0-8373-F74C847C1688}" dt="2024-01-29T07:50:59.631" v="107" actId="47"/>
        <pc:sldMkLst>
          <pc:docMk/>
          <pc:sldMk cId="3802305563" sldId="1177"/>
        </pc:sldMkLst>
      </pc:sldChg>
      <pc:sldChg chg="modSp mod">
        <pc:chgData name="김명호" userId="e0d603aa-548e-418b-a070-918475337925" providerId="ADAL" clId="{919ECAE0-964F-4DB0-8373-F74C847C1688}" dt="2024-01-29T07:51:23.938" v="132" actId="6549"/>
        <pc:sldMkLst>
          <pc:docMk/>
          <pc:sldMk cId="391680129" sldId="1178"/>
        </pc:sldMkLst>
        <pc:spChg chg="mod">
          <ac:chgData name="김명호" userId="e0d603aa-548e-418b-a070-918475337925" providerId="ADAL" clId="{919ECAE0-964F-4DB0-8373-F74C847C1688}" dt="2024-01-29T07:51:23.938" v="132" actId="6549"/>
          <ac:spMkLst>
            <pc:docMk/>
            <pc:sldMk cId="391680129" sldId="1178"/>
            <ac:spMk id="12" creationId="{429B9A92-2B79-B423-0279-0B91E8864810}"/>
          </ac:spMkLst>
        </pc:spChg>
      </pc:sldChg>
      <pc:sldChg chg="del">
        <pc:chgData name="김명호" userId="e0d603aa-548e-418b-a070-918475337925" providerId="ADAL" clId="{919ECAE0-964F-4DB0-8373-F74C847C1688}" dt="2024-01-29T07:51:56.909" v="133" actId="47"/>
        <pc:sldMkLst>
          <pc:docMk/>
          <pc:sldMk cId="1966388705" sldId="1179"/>
        </pc:sldMkLst>
      </pc:sldChg>
      <pc:sldChg chg="del">
        <pc:chgData name="김명호" userId="e0d603aa-548e-418b-a070-918475337925" providerId="ADAL" clId="{919ECAE0-964F-4DB0-8373-F74C847C1688}" dt="2024-01-29T07:51:57.580" v="134" actId="47"/>
        <pc:sldMkLst>
          <pc:docMk/>
          <pc:sldMk cId="1431725411" sldId="1180"/>
        </pc:sldMkLst>
      </pc:sldChg>
      <pc:sldChg chg="del">
        <pc:chgData name="김명호" userId="e0d603aa-548e-418b-a070-918475337925" providerId="ADAL" clId="{919ECAE0-964F-4DB0-8373-F74C847C1688}" dt="2024-01-29T07:52:09.555" v="135" actId="47"/>
        <pc:sldMkLst>
          <pc:docMk/>
          <pc:sldMk cId="848180150" sldId="1182"/>
        </pc:sldMkLst>
      </pc:sldChg>
      <pc:sldChg chg="del">
        <pc:chgData name="김명호" userId="e0d603aa-548e-418b-a070-918475337925" providerId="ADAL" clId="{919ECAE0-964F-4DB0-8373-F74C847C1688}" dt="2024-01-29T07:52:20.654" v="138" actId="47"/>
        <pc:sldMkLst>
          <pc:docMk/>
          <pc:sldMk cId="612734923" sldId="1184"/>
        </pc:sldMkLst>
      </pc:sldChg>
      <pc:sldChg chg="del">
        <pc:chgData name="김명호" userId="e0d603aa-548e-418b-a070-918475337925" providerId="ADAL" clId="{919ECAE0-964F-4DB0-8373-F74C847C1688}" dt="2024-01-29T07:52:22.552" v="139" actId="47"/>
        <pc:sldMkLst>
          <pc:docMk/>
          <pc:sldMk cId="1295447532" sldId="1185"/>
        </pc:sldMkLst>
      </pc:sldChg>
      <pc:sldChg chg="del">
        <pc:chgData name="김명호" userId="e0d603aa-548e-418b-a070-918475337925" providerId="ADAL" clId="{919ECAE0-964F-4DB0-8373-F74C847C1688}" dt="2024-01-29T07:52:25.137" v="140" actId="47"/>
        <pc:sldMkLst>
          <pc:docMk/>
          <pc:sldMk cId="2534048239" sldId="1186"/>
        </pc:sldMkLst>
      </pc:sldChg>
      <pc:sldChg chg="del">
        <pc:chgData name="김명호" userId="e0d603aa-548e-418b-a070-918475337925" providerId="ADAL" clId="{919ECAE0-964F-4DB0-8373-F74C847C1688}" dt="2024-01-29T07:52:57.775" v="150" actId="47"/>
        <pc:sldMkLst>
          <pc:docMk/>
          <pc:sldMk cId="1084553033" sldId="1187"/>
        </pc:sldMkLst>
      </pc:sldChg>
      <pc:sldChg chg="del">
        <pc:chgData name="김명호" userId="e0d603aa-548e-418b-a070-918475337925" providerId="ADAL" clId="{919ECAE0-964F-4DB0-8373-F74C847C1688}" dt="2024-01-29T07:53:09.079" v="152" actId="47"/>
        <pc:sldMkLst>
          <pc:docMk/>
          <pc:sldMk cId="3511289372" sldId="1188"/>
        </pc:sldMkLst>
      </pc:sldChg>
      <pc:sldChg chg="del">
        <pc:chgData name="김명호" userId="e0d603aa-548e-418b-a070-918475337925" providerId="ADAL" clId="{919ECAE0-964F-4DB0-8373-F74C847C1688}" dt="2024-01-29T07:53:10.478" v="153" actId="47"/>
        <pc:sldMkLst>
          <pc:docMk/>
          <pc:sldMk cId="3128855274" sldId="1189"/>
        </pc:sldMkLst>
      </pc:sldChg>
      <pc:sldChg chg="del">
        <pc:chgData name="김명호" userId="e0d603aa-548e-418b-a070-918475337925" providerId="ADAL" clId="{919ECAE0-964F-4DB0-8373-F74C847C1688}" dt="2024-01-29T07:53:11.453" v="154" actId="47"/>
        <pc:sldMkLst>
          <pc:docMk/>
          <pc:sldMk cId="3983485914" sldId="1190"/>
        </pc:sldMkLst>
      </pc:sldChg>
      <pc:sldChg chg="del">
        <pc:chgData name="김명호" userId="e0d603aa-548e-418b-a070-918475337925" providerId="ADAL" clId="{919ECAE0-964F-4DB0-8373-F74C847C1688}" dt="2024-01-29T07:53:12.333" v="155" actId="47"/>
        <pc:sldMkLst>
          <pc:docMk/>
          <pc:sldMk cId="3504185735" sldId="1191"/>
        </pc:sldMkLst>
      </pc:sldChg>
      <pc:sldChg chg="del">
        <pc:chgData name="김명호" userId="e0d603aa-548e-418b-a070-918475337925" providerId="ADAL" clId="{919ECAE0-964F-4DB0-8373-F74C847C1688}" dt="2024-01-29T07:53:13.265" v="156" actId="47"/>
        <pc:sldMkLst>
          <pc:docMk/>
          <pc:sldMk cId="1179199906" sldId="1192"/>
        </pc:sldMkLst>
      </pc:sldChg>
      <pc:sldChg chg="del">
        <pc:chgData name="김명호" userId="e0d603aa-548e-418b-a070-918475337925" providerId="ADAL" clId="{919ECAE0-964F-4DB0-8373-F74C847C1688}" dt="2024-01-29T07:53:34.895" v="161" actId="47"/>
        <pc:sldMkLst>
          <pc:docMk/>
          <pc:sldMk cId="1931103224" sldId="1193"/>
        </pc:sldMkLst>
      </pc:sldChg>
      <pc:sldChg chg="del">
        <pc:chgData name="김명호" userId="e0d603aa-548e-418b-a070-918475337925" providerId="ADAL" clId="{919ECAE0-964F-4DB0-8373-F74C847C1688}" dt="2024-01-29T07:53:28.108" v="159" actId="47"/>
        <pc:sldMkLst>
          <pc:docMk/>
          <pc:sldMk cId="3262669584" sldId="1194"/>
        </pc:sldMkLst>
      </pc:sldChg>
      <pc:sldChg chg="del">
        <pc:chgData name="김명호" userId="e0d603aa-548e-418b-a070-918475337925" providerId="ADAL" clId="{919ECAE0-964F-4DB0-8373-F74C847C1688}" dt="2024-01-29T07:53:50.746" v="162" actId="47"/>
        <pc:sldMkLst>
          <pc:docMk/>
          <pc:sldMk cId="2509677873" sldId="1195"/>
        </pc:sldMkLst>
      </pc:sldChg>
      <pc:sldChg chg="del">
        <pc:chgData name="김명호" userId="e0d603aa-548e-418b-a070-918475337925" providerId="ADAL" clId="{919ECAE0-964F-4DB0-8373-F74C847C1688}" dt="2024-01-29T07:49:01.783" v="71" actId="47"/>
        <pc:sldMkLst>
          <pc:docMk/>
          <pc:sldMk cId="840753535" sldId="1199"/>
        </pc:sldMkLst>
      </pc:sldChg>
      <pc:sldChg chg="del">
        <pc:chgData name="김명호" userId="e0d603aa-548e-418b-a070-918475337925" providerId="ADAL" clId="{919ECAE0-964F-4DB0-8373-F74C847C1688}" dt="2024-01-29T07:48:56.852" v="70" actId="47"/>
        <pc:sldMkLst>
          <pc:docMk/>
          <pc:sldMk cId="3929353624" sldId="120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35BE6EE-CA60-4322-A1D5-4F412874D7A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8B7296-2E1B-4599-BA95-879B2371291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31B5F-6633-49D3-B076-BCD6876A7ED6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E41D0E1-955F-4D62-97C0-BA102859C0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FE3B44-5F7C-477E-9EDA-A7A7B25917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422889-ADBF-4C25-AB51-EEFA3E4391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446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2"/>
            <a:ext cx="2949787" cy="498693"/>
          </a:xfrm>
          <a:prstGeom prst="rect">
            <a:avLst/>
          </a:prstGeom>
        </p:spPr>
        <p:txBody>
          <a:bodyPr vert="horz" lIns="91420" tIns="45710" rIns="91420" bIns="45710" rtlCol="0"/>
          <a:lstStyle>
            <a:lvl1pPr algn="r">
              <a:defRPr sz="1200"/>
            </a:lvl1pPr>
          </a:lstStyle>
          <a:p>
            <a:fld id="{83535A04-8F53-42F0-BE68-2A0C56FA6889}" type="datetimeFigureOut">
              <a:rPr lang="ko-KR" altLang="en-US" smtClean="0"/>
              <a:t>2024-01-29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3013"/>
            <a:ext cx="48450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0" tIns="45710" rIns="91420" bIns="4571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9"/>
            <a:ext cx="5445760" cy="3913614"/>
          </a:xfrm>
          <a:prstGeom prst="rect">
            <a:avLst/>
          </a:prstGeom>
        </p:spPr>
        <p:txBody>
          <a:bodyPr vert="horz" lIns="91420" tIns="45710" rIns="91420" bIns="4571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20" tIns="45710" rIns="91420" bIns="45710" rtlCol="0" anchor="b"/>
          <a:lstStyle>
            <a:lvl1pPr algn="r">
              <a:defRPr sz="1200"/>
            </a:lvl1pPr>
          </a:lstStyle>
          <a:p>
            <a:fld id="{649C5E89-AF82-449E-973A-8741335DFE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09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한국형 웹 콘텐츠 접근성 지침 </a:t>
            </a:r>
            <a:r>
              <a:rPr lang="en-US" altLang="ko-KR" sz="1200" dirty="0"/>
              <a:t>2.1(Korea Web Content Accessibility Guideline 2.1) 24</a:t>
            </a:r>
            <a:r>
              <a:rPr lang="ko-KR" altLang="en-US" sz="1200" dirty="0"/>
              <a:t>개 검사항목과 검사항목 준수 여부를 판단하기 위한 웹 접근성 인증심사 표준 지침을 기준으로 진단 수행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C5E89-AF82-449E-973A-8741335DFEC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32834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한국형 웹 콘텐츠 접근성 지침 </a:t>
            </a:r>
            <a:r>
              <a:rPr lang="en-US" altLang="ko-KR" sz="1200" dirty="0"/>
              <a:t>2.1(Korea Web Content Accessibility Guideline 2.1) 24</a:t>
            </a:r>
            <a:r>
              <a:rPr lang="ko-KR" altLang="en-US" sz="1200" dirty="0"/>
              <a:t>개 검사항목과 검사항목 준수 여부를 판단하기 위한 웹 접근성 인증심사 표준 지침을 기준으로 진단 수행</a:t>
            </a:r>
            <a:endParaRPr lang="en-US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9C5E89-AF82-449E-973A-8741335DFEC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1142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3840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F08ABE-3711-4C3A-BF09-AFEA62CD3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8923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0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9148802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37967625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3" name="설명">
            <a:extLst>
              <a:ext uri="{FF2B5EF4-FFF2-40B4-BE49-F238E27FC236}">
                <a16:creationId xmlns:a16="http://schemas.microsoft.com/office/drawing/2014/main" id="{196E4C04-B516-4B97-87D2-D5D6CFC654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7161139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93607941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82839133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315314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50723469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152762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D780F0F9-EB12-4D9A-9655-CF42605225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868410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필수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8839828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141455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373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개선방안_좁게_권장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3786986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□수정 필수 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82839133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587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>
          <p15:clr>
            <a:srgbClr val="FBAE40"/>
          </p15:clr>
        </p15:guide>
        <p15:guide id="2" pos="3256">
          <p15:clr>
            <a:srgbClr val="FBAE40"/>
          </p15:clr>
        </p15:guide>
        <p15:guide id="3" pos="1691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orient="horz" pos="2659">
          <p15:clr>
            <a:srgbClr val="FBAE40"/>
          </p15:clr>
        </p15:guide>
        <p15:guide id="7" pos="4549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개선방안_넓게_권장(계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634438488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□수정 필수 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11414551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4788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55253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>
          <p15:clr>
            <a:srgbClr val="FBAE40"/>
          </p15:clr>
        </p15:guide>
        <p15:guide id="2" pos="3256">
          <p15:clr>
            <a:srgbClr val="FBAE40"/>
          </p15:clr>
        </p15:guide>
        <p15:guide id="3" pos="1691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orient="horz" pos="2659">
          <p15:clr>
            <a:srgbClr val="FBAE40"/>
          </p15:clr>
        </p15:guide>
        <p15:guide id="7" pos="454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좁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8792356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 □수정 필수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95316987"/>
              </p:ext>
            </p:extLst>
          </p:nvPr>
        </p:nvGraphicFramePr>
        <p:xfrm>
          <a:off x="412705" y="1864800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F81531E6-005D-4C3F-B48C-19F54610EC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4105275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38991180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750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개선방안_넓게_권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98668692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□수정 필수     ■수정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35779353"/>
              </p:ext>
            </p:extLst>
          </p:nvPr>
        </p:nvGraphicFramePr>
        <p:xfrm>
          <a:off x="412705" y="1865418"/>
          <a:ext cx="9080590" cy="478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4029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  <a:gridCol w="4540295">
                  <a:extLst>
                    <a:ext uri="{9D8B030D-6E8A-4147-A177-3AD203B41FA5}">
                      <a16:colId xmlns:a16="http://schemas.microsoft.com/office/drawing/2014/main" val="1793000155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문제점 및 개선 방안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1" name="설명">
            <a:extLst>
              <a:ext uri="{FF2B5EF4-FFF2-40B4-BE49-F238E27FC236}">
                <a16:creationId xmlns:a16="http://schemas.microsoft.com/office/drawing/2014/main" id="{971E1D3C-7EA5-4003-B239-30BD61B622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2129" y="2246825"/>
            <a:ext cx="8642046" cy="598764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25429769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 userDrawn="1">
          <p15:clr>
            <a:srgbClr val="FBAE40"/>
          </p15:clr>
        </p15:guide>
        <p15:guide id="2" pos="3256" userDrawn="1">
          <p15:clr>
            <a:srgbClr val="FBAE40"/>
          </p15:clr>
        </p15:guide>
        <p15:guide id="3" pos="1691" userDrawn="1">
          <p15:clr>
            <a:srgbClr val="FBAE40"/>
          </p15:clr>
        </p15:guide>
        <p15:guide id="4" orient="horz" pos="1412" userDrawn="1">
          <p15:clr>
            <a:srgbClr val="FBAE40"/>
          </p15:clr>
        </p15:guide>
        <p15:guide id="5" orient="horz" pos="4088" userDrawn="1">
          <p15:clr>
            <a:srgbClr val="FBAE40"/>
          </p15:clr>
        </p15:guide>
        <p15:guide id="6" orient="horz" pos="2659" userDrawn="1">
          <p15:clr>
            <a:srgbClr val="FBAE40"/>
          </p15:clr>
        </p15:guide>
        <p15:guide id="7" pos="454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70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개선 방안_수정 필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79F8E6-9A5A-472A-AC33-0B83FE1EB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graphicFrame>
        <p:nvGraphicFramePr>
          <p:cNvPr id="3" name="인덱스">
            <a:extLst>
              <a:ext uri="{FF2B5EF4-FFF2-40B4-BE49-F238E27FC236}">
                <a16:creationId xmlns:a16="http://schemas.microsoft.com/office/drawing/2014/main" id="{7AB61EE3-623F-4F37-A588-9B7F2ABCA7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54604600"/>
              </p:ext>
            </p:extLst>
          </p:nvPr>
        </p:nvGraphicFramePr>
        <p:xfrm>
          <a:off x="415926" y="808726"/>
          <a:ext cx="9074151" cy="97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635">
                  <a:extLst>
                    <a:ext uri="{9D8B030D-6E8A-4147-A177-3AD203B41FA5}">
                      <a16:colId xmlns:a16="http://schemas.microsoft.com/office/drawing/2014/main" val="1748890955"/>
                    </a:ext>
                  </a:extLst>
                </a:gridCol>
                <a:gridCol w="6665239">
                  <a:extLst>
                    <a:ext uri="{9D8B030D-6E8A-4147-A177-3AD203B41FA5}">
                      <a16:colId xmlns:a16="http://schemas.microsoft.com/office/drawing/2014/main" val="534013626"/>
                    </a:ext>
                  </a:extLst>
                </a:gridCol>
                <a:gridCol w="1565277">
                  <a:extLst>
                    <a:ext uri="{9D8B030D-6E8A-4147-A177-3AD203B41FA5}">
                      <a16:colId xmlns:a16="http://schemas.microsoft.com/office/drawing/2014/main" val="25492139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페이지명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8518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</a:rPr>
                        <a:t>URL</a:t>
                      </a:r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081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검사항목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3141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오류유형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9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72000" marR="72000" marT="36000" marB="36000"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</a:rPr>
                        <a:t>■수정 필수     □수정 권장</a:t>
                      </a:r>
                    </a:p>
                  </a:txBody>
                  <a:tcPr marL="72000" marR="72000" marT="36000" marB="36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531405"/>
                  </a:ext>
                </a:extLst>
              </a:tr>
            </a:tbl>
          </a:graphicData>
        </a:graphic>
      </p:graphicFrame>
      <p:sp>
        <p:nvSpPr>
          <p:cNvPr id="7" name="페이지명">
            <a:extLst>
              <a:ext uri="{FF2B5EF4-FFF2-40B4-BE49-F238E27FC236}">
                <a16:creationId xmlns:a16="http://schemas.microsoft.com/office/drawing/2014/main" id="{9ECFD92E-302F-43D4-B16D-627E28D653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65556" y="813199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ko-KR" altLang="en-US" dirty="0"/>
              <a:t>최상위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</a:t>
            </a:r>
            <a:r>
              <a:rPr lang="en-US" altLang="ko-KR" dirty="0"/>
              <a:t>&gt; </a:t>
            </a:r>
            <a:r>
              <a:rPr lang="ko-KR" altLang="en-US" dirty="0"/>
              <a:t>하위 페이지        </a:t>
            </a:r>
            <a:r>
              <a:rPr lang="en-US" altLang="ko-KR" dirty="0"/>
              <a:t>*</a:t>
            </a:r>
            <a:r>
              <a:rPr lang="ko-KR" altLang="en-US" dirty="0"/>
              <a:t>경로 구분자는 </a:t>
            </a:r>
            <a:r>
              <a:rPr lang="en-US" altLang="ko-KR" dirty="0"/>
              <a:t>‘&gt;’ </a:t>
            </a:r>
            <a:r>
              <a:rPr lang="ko-KR" altLang="en-US" dirty="0"/>
              <a:t>사용</a:t>
            </a:r>
            <a:r>
              <a:rPr lang="en-US" altLang="ko-KR" dirty="0"/>
              <a:t>, </a:t>
            </a:r>
            <a:r>
              <a:rPr lang="ko-KR" altLang="en-US" dirty="0"/>
              <a:t>경로가 </a:t>
            </a:r>
            <a:r>
              <a:rPr lang="en-US" altLang="ko-KR" dirty="0"/>
              <a:t>2</a:t>
            </a:r>
            <a:r>
              <a:rPr lang="ko-KR" altLang="en-US" dirty="0"/>
              <a:t>개 이상일 때 가장 하위 페이지는 굵게</a:t>
            </a:r>
            <a:endParaRPr lang="en-US" altLang="ko-KR" dirty="0"/>
          </a:p>
        </p:txBody>
      </p:sp>
      <p:sp>
        <p:nvSpPr>
          <p:cNvPr id="8" name="URL">
            <a:extLst>
              <a:ext uri="{FF2B5EF4-FFF2-40B4-BE49-F238E27FC236}">
                <a16:creationId xmlns:a16="http://schemas.microsoft.com/office/drawing/2014/main" id="{AD41B344-C6A0-4775-AC21-A39E9D3525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65556" y="1022495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URL </a:t>
            </a:r>
            <a:r>
              <a:rPr lang="ko-KR" altLang="en-US" dirty="0"/>
              <a:t>입력     *모든 페이지 </a:t>
            </a:r>
            <a:r>
              <a:rPr lang="en-US" altLang="ko-KR" dirty="0"/>
              <a:t>URL</a:t>
            </a:r>
            <a:r>
              <a:rPr lang="ko-KR" altLang="en-US" dirty="0"/>
              <a:t>이 동일할 경우 ‘</a:t>
            </a:r>
            <a:r>
              <a:rPr lang="en-US" altLang="ko-KR" dirty="0"/>
              <a:t>-(</a:t>
            </a:r>
            <a:r>
              <a:rPr lang="ko-KR" altLang="en-US" dirty="0"/>
              <a:t>대시</a:t>
            </a:r>
            <a:r>
              <a:rPr lang="en-US" altLang="ko-KR" dirty="0"/>
              <a:t>)’ </a:t>
            </a:r>
            <a:r>
              <a:rPr lang="ko-KR" altLang="en-US" dirty="0"/>
              <a:t>표기</a:t>
            </a:r>
          </a:p>
        </p:txBody>
      </p:sp>
      <p:sp>
        <p:nvSpPr>
          <p:cNvPr id="10" name="검사항목">
            <a:extLst>
              <a:ext uri="{FF2B5EF4-FFF2-40B4-BE49-F238E27FC236}">
                <a16:creationId xmlns:a16="http://schemas.microsoft.com/office/drawing/2014/main" id="{0B59CA91-0BDB-4532-A622-6BD545A41AB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65556" y="1225704"/>
            <a:ext cx="8224519" cy="208800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altLang="ko-KR" dirty="0"/>
              <a:t>24</a:t>
            </a:r>
            <a:r>
              <a:rPr lang="ko-KR" altLang="en-US" dirty="0"/>
              <a:t>개 지침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sp>
        <p:nvSpPr>
          <p:cNvPr id="6" name="오류유형">
            <a:extLst>
              <a:ext uri="{FF2B5EF4-FFF2-40B4-BE49-F238E27FC236}">
                <a16:creationId xmlns:a16="http://schemas.microsoft.com/office/drawing/2014/main" id="{A83AE7C4-EFAE-46FD-89D9-C531631972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65556" y="1434504"/>
            <a:ext cx="6613524" cy="338400"/>
          </a:xfrm>
          <a:prstGeom prst="rect">
            <a:avLst/>
          </a:prstGeom>
        </p:spPr>
        <p:txBody>
          <a:bodyPr lIns="90000" tIns="36000" rIns="90000" bIns="3600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/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인증심사 지침 오류 유형     </a:t>
            </a:r>
            <a:r>
              <a:rPr lang="en-US" altLang="ko-KR" dirty="0"/>
              <a:t>*</a:t>
            </a:r>
            <a:r>
              <a:rPr lang="ko-KR" altLang="en-US" dirty="0"/>
              <a:t>사용성 또는 사용자 진단 결과에 의한 수정일 경우</a:t>
            </a:r>
            <a:r>
              <a:rPr lang="en-US" altLang="ko-KR" dirty="0"/>
              <a:t>, </a:t>
            </a:r>
            <a:r>
              <a:rPr lang="ko-KR" altLang="en-US" dirty="0"/>
              <a:t>해당 항목이 없더라도 </a:t>
            </a:r>
            <a:r>
              <a:rPr lang="en-US" altLang="ko-KR" dirty="0"/>
              <a:t>'-(</a:t>
            </a:r>
            <a:r>
              <a:rPr lang="ko-KR" altLang="en-US" dirty="0"/>
              <a:t>대시</a:t>
            </a:r>
            <a:r>
              <a:rPr lang="en-US" altLang="ko-KR" dirty="0"/>
              <a:t>)' </a:t>
            </a:r>
            <a:r>
              <a:rPr lang="ko-KR" altLang="en-US" dirty="0"/>
              <a:t>표기</a:t>
            </a:r>
          </a:p>
        </p:txBody>
      </p:sp>
      <p:graphicFrame>
        <p:nvGraphicFramePr>
          <p:cNvPr id="4" name="문제점 및 개선 방안">
            <a:extLst>
              <a:ext uri="{FF2B5EF4-FFF2-40B4-BE49-F238E27FC236}">
                <a16:creationId xmlns:a16="http://schemas.microsoft.com/office/drawing/2014/main" id="{3C9EBF25-435E-4713-846B-2829852AEC7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72881629"/>
              </p:ext>
            </p:extLst>
          </p:nvPr>
        </p:nvGraphicFramePr>
        <p:xfrm>
          <a:off x="415485" y="1773001"/>
          <a:ext cx="9074150" cy="48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37075">
                  <a:extLst>
                    <a:ext uri="{9D8B030D-6E8A-4147-A177-3AD203B41FA5}">
                      <a16:colId xmlns:a16="http://schemas.microsoft.com/office/drawing/2014/main" val="3288949946"/>
                    </a:ext>
                  </a:extLst>
                </a:gridCol>
                <a:gridCol w="4537075">
                  <a:extLst>
                    <a:ext uri="{9D8B030D-6E8A-4147-A177-3AD203B41FA5}">
                      <a16:colId xmlns:a16="http://schemas.microsoft.com/office/drawing/2014/main" val="1748455716"/>
                    </a:ext>
                  </a:extLst>
                </a:gridCol>
              </a:tblGrid>
              <a:tr h="288000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/>
                        <a:t>문제점 및 개선 방안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5960"/>
                  </a:ext>
                </a:extLst>
              </a:tr>
              <a:tr h="4572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/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1396524"/>
                  </a:ext>
                </a:extLst>
              </a:tr>
            </a:tbl>
          </a:graphicData>
        </a:graphic>
      </p:graphicFrame>
      <p:sp>
        <p:nvSpPr>
          <p:cNvPr id="13" name="설명">
            <a:extLst>
              <a:ext uri="{FF2B5EF4-FFF2-40B4-BE49-F238E27FC236}">
                <a16:creationId xmlns:a16="http://schemas.microsoft.com/office/drawing/2014/main" id="{196E4C04-B516-4B97-87D2-D5D6CFC6543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68900" y="2266523"/>
            <a:ext cx="4105275" cy="1625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latinLnBrk="0">
              <a:lnSpc>
                <a:spcPct val="120000"/>
              </a:lnSpc>
              <a:spcBef>
                <a:spcPts val="400"/>
              </a:spcBef>
              <a:defRPr lang="ko-KR" altLang="en-US" sz="1000" smtClean="0"/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144000" lvl="0" indent="-144000" defTabSz="457200" latinLnBrk="0">
              <a:lnSpc>
                <a:spcPct val="112000"/>
              </a:lnSpc>
            </a:pPr>
            <a:r>
              <a:rPr lang="ko-KR" altLang="en-US" dirty="0"/>
              <a:t>내용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9B0D2FA-B513-4001-8C69-09730F576D5A}"/>
              </a:ext>
            </a:extLst>
          </p:cNvPr>
          <p:cNvCxnSpPr>
            <a:cxnSpLocks/>
            <a:stCxn id="12" idx="1"/>
          </p:cNvCxnSpPr>
          <p:nvPr userDrawn="1"/>
        </p:nvCxnSpPr>
        <p:spPr>
          <a:xfrm flipH="1">
            <a:off x="9944100" y="1605456"/>
            <a:ext cx="473350" cy="0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D3ED634-61D8-4FE5-A9EE-F2AA9E1F789A}"/>
              </a:ext>
            </a:extLst>
          </p:cNvPr>
          <p:cNvSpPr txBox="1"/>
          <p:nvPr userDrawn="1"/>
        </p:nvSpPr>
        <p:spPr>
          <a:xfrm>
            <a:off x="10417450" y="1256642"/>
            <a:ext cx="964131" cy="697627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3) 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필수</a:t>
            </a:r>
            <a:r>
              <a:rPr lang="en-US" altLang="ko-KR" sz="1050" b="1" spc="-60" dirty="0">
                <a:latin typeface="+mn-ea"/>
              </a:rPr>
              <a:t>/</a:t>
            </a:r>
            <a:r>
              <a:rPr lang="ko-KR" altLang="en-US" sz="1050" b="1" spc="-60" dirty="0">
                <a:latin typeface="+mn-ea"/>
              </a:rPr>
              <a:t>권장은 레이아웃 변경으로 적용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B836DA3-F44C-4FD9-97AA-DF777D60FD11}"/>
              </a:ext>
            </a:extLst>
          </p:cNvPr>
          <p:cNvCxnSpPr>
            <a:cxnSpLocks/>
            <a:stCxn id="15" idx="1"/>
          </p:cNvCxnSpPr>
          <p:nvPr userDrawn="1"/>
        </p:nvCxnSpPr>
        <p:spPr>
          <a:xfrm flipH="1">
            <a:off x="9944100" y="3691434"/>
            <a:ext cx="473350" cy="1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1DFA92C-E7AD-4AA6-B641-6BE5FD2CCAE6}"/>
              </a:ext>
            </a:extLst>
          </p:cNvPr>
          <p:cNvSpPr txBox="1"/>
          <p:nvPr userDrawn="1"/>
        </p:nvSpPr>
        <p:spPr>
          <a:xfrm>
            <a:off x="10417450" y="2648841"/>
            <a:ext cx="1266550" cy="2085186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5)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하단 섹션 타이틀은 </a:t>
            </a:r>
            <a:r>
              <a:rPr lang="en-US" altLang="ko-KR" sz="1050" b="1" spc="-60" dirty="0">
                <a:latin typeface="+mn-ea"/>
              </a:rPr>
              <a:t>'</a:t>
            </a:r>
            <a:r>
              <a:rPr lang="ko-KR" altLang="en-US" sz="1050" b="1" spc="-60" dirty="0">
                <a:latin typeface="+mn-ea"/>
              </a:rPr>
              <a:t>텍스트 상자</a:t>
            </a:r>
            <a:r>
              <a:rPr lang="en-US" altLang="ko-KR" sz="1050" b="1" spc="-60" dirty="0">
                <a:latin typeface="+mn-ea"/>
              </a:rPr>
              <a:t>' </a:t>
            </a:r>
            <a:r>
              <a:rPr lang="ko-KR" altLang="en-US" sz="1050" b="1" spc="-60" dirty="0">
                <a:latin typeface="+mn-ea"/>
              </a:rPr>
              <a:t>삽입 후 기본 스타일 사용</a:t>
            </a:r>
            <a:endParaRPr lang="en-US" altLang="ko-KR" sz="1050" b="1" spc="-60" dirty="0">
              <a:latin typeface="+mn-ea"/>
            </a:endParaRPr>
          </a:p>
          <a:p>
            <a:pPr algn="l">
              <a:spcAft>
                <a:spcPts val="400"/>
              </a:spcAft>
            </a:pPr>
            <a:endParaRPr lang="en-US" altLang="ko-KR" sz="1050" b="1" spc="-60" dirty="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6) 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코드 작성용 박스는 </a:t>
            </a:r>
            <a:r>
              <a:rPr lang="en-US" altLang="ko-KR" sz="1050" b="1" spc="-60" dirty="0">
                <a:latin typeface="+mn-ea"/>
              </a:rPr>
              <a:t>'</a:t>
            </a:r>
            <a:r>
              <a:rPr lang="ko-KR" altLang="en-US" sz="1050" b="1" spc="-60" dirty="0">
                <a:latin typeface="+mn-ea"/>
              </a:rPr>
              <a:t>직사각형</a:t>
            </a:r>
            <a:r>
              <a:rPr lang="en-US" altLang="ko-KR" sz="1050" b="1" spc="-60" dirty="0">
                <a:latin typeface="+mn-ea"/>
              </a:rPr>
              <a:t>' </a:t>
            </a:r>
            <a:r>
              <a:rPr lang="ko-KR" altLang="en-US" sz="1050" b="1" spc="-60" dirty="0">
                <a:latin typeface="+mn-ea"/>
              </a:rPr>
              <a:t>삽입</a:t>
            </a:r>
            <a:endParaRPr lang="en-US" altLang="ko-KR" sz="1050" b="1" spc="-60" dirty="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너비</a:t>
            </a:r>
            <a:r>
              <a:rPr lang="en-US" altLang="ko-KR" sz="1050" b="1" spc="-60" dirty="0">
                <a:latin typeface="+mn-ea"/>
              </a:rPr>
              <a:t> = 11.4cm</a:t>
            </a:r>
          </a:p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Tab </a:t>
            </a:r>
            <a:r>
              <a:rPr lang="ko-KR" altLang="en-US" sz="1050" b="1" spc="-60" dirty="0">
                <a:latin typeface="+mn-ea"/>
              </a:rPr>
              <a:t>키를 누르면 들여쓰기 가능</a:t>
            </a:r>
            <a:endParaRPr lang="en-US" altLang="ko-KR" sz="1050" b="1" spc="-60" dirty="0">
              <a:latin typeface="+mn-ea"/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B7C94AA-37D0-47BF-95D6-BD2062A9405A}"/>
              </a:ext>
            </a:extLst>
          </p:cNvPr>
          <p:cNvCxnSpPr>
            <a:cxnSpLocks/>
            <a:stCxn id="17" idx="3"/>
          </p:cNvCxnSpPr>
          <p:nvPr userDrawn="1"/>
        </p:nvCxnSpPr>
        <p:spPr>
          <a:xfrm>
            <a:off x="-450949" y="1249494"/>
            <a:ext cx="378559" cy="1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3097DCF-A51C-4829-ADA7-96776BF23404}"/>
              </a:ext>
            </a:extLst>
          </p:cNvPr>
          <p:cNvSpPr txBox="1"/>
          <p:nvPr userDrawn="1"/>
        </p:nvSpPr>
        <p:spPr>
          <a:xfrm>
            <a:off x="-1689100" y="794241"/>
            <a:ext cx="1238151" cy="910506"/>
          </a:xfrm>
          <a:prstGeom prst="rect">
            <a:avLst/>
          </a:prstGeom>
          <a:noFill/>
        </p:spPr>
        <p:txBody>
          <a:bodyPr wrap="square" lIns="0" tIns="0" rIns="10800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1)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 err="1">
                <a:latin typeface="+mn-ea"/>
              </a:rPr>
              <a:t>플레이스</a:t>
            </a:r>
            <a:r>
              <a:rPr lang="ko-KR" altLang="en-US" sz="1050" b="1" spc="-60" dirty="0">
                <a:latin typeface="+mn-ea"/>
              </a:rPr>
              <a:t> 홀더를 참조하여 작성</a:t>
            </a:r>
            <a:endParaRPr lang="en-US" altLang="ko-KR" sz="1050" b="1" spc="-60" dirty="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※</a:t>
            </a:r>
            <a:r>
              <a:rPr lang="ko-KR" altLang="en-US" sz="1050" b="1" spc="-60" dirty="0">
                <a:latin typeface="+mn-ea"/>
              </a:rPr>
              <a:t>빈 값인 항목이 없어야 함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1AA9C9-A347-424C-B1BF-9027F9EA6A7F}"/>
              </a:ext>
            </a:extLst>
          </p:cNvPr>
          <p:cNvCxnSpPr>
            <a:cxnSpLocks/>
            <a:stCxn id="20" idx="3"/>
          </p:cNvCxnSpPr>
          <p:nvPr userDrawn="1"/>
        </p:nvCxnSpPr>
        <p:spPr>
          <a:xfrm>
            <a:off x="-450949" y="3010710"/>
            <a:ext cx="378559" cy="1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6AB62D7-CA09-488B-8AAB-5640FB023477}"/>
              </a:ext>
            </a:extLst>
          </p:cNvPr>
          <p:cNvSpPr txBox="1"/>
          <p:nvPr userDrawn="1"/>
        </p:nvSpPr>
        <p:spPr>
          <a:xfrm>
            <a:off x="-1689100" y="2393874"/>
            <a:ext cx="1238151" cy="1233671"/>
          </a:xfrm>
          <a:prstGeom prst="rect">
            <a:avLst/>
          </a:prstGeom>
          <a:noFill/>
        </p:spPr>
        <p:txBody>
          <a:bodyPr wrap="square" lIns="0" tIns="0" rIns="10800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4)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이미지에서 잘못된 부분 표시할 때</a:t>
            </a:r>
            <a:r>
              <a:rPr lang="en-US" altLang="ko-KR" sz="1050" b="1" spc="-60" dirty="0">
                <a:latin typeface="+mn-ea"/>
              </a:rPr>
              <a:t> </a:t>
            </a:r>
            <a:br>
              <a:rPr lang="en-US" altLang="ko-KR" sz="1050" b="1" spc="-60" dirty="0">
                <a:latin typeface="+mn-ea"/>
              </a:rPr>
            </a:br>
            <a:r>
              <a:rPr lang="ko-KR" altLang="en-US" sz="1050" b="1" spc="-60" dirty="0">
                <a:latin typeface="+mn-ea"/>
              </a:rPr>
              <a:t>라인 굵기</a:t>
            </a:r>
            <a:r>
              <a:rPr lang="en-US" altLang="ko-KR" sz="1050" b="1" spc="-60" dirty="0">
                <a:latin typeface="+mn-ea"/>
              </a:rPr>
              <a:t> = 2pt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화살표는 생성했을 때</a:t>
            </a:r>
            <a:r>
              <a:rPr lang="en-US" altLang="ko-KR" sz="1050" b="1" spc="-60" dirty="0">
                <a:latin typeface="+mn-ea"/>
              </a:rPr>
              <a:t> </a:t>
            </a:r>
            <a:r>
              <a:rPr lang="ko-KR" altLang="en-US" sz="1050" b="1" spc="-60" dirty="0">
                <a:latin typeface="+mn-ea"/>
              </a:rPr>
              <a:t>기본 스타일 그대로 사용</a:t>
            </a:r>
            <a:endParaRPr lang="en-US" altLang="ko-KR" sz="1050" b="1" spc="-60" dirty="0">
              <a:latin typeface="+mn-ea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26EE012F-F441-436A-A21A-12E197B7D3A8}"/>
              </a:ext>
            </a:extLst>
          </p:cNvPr>
          <p:cNvCxnSpPr>
            <a:cxnSpLocks/>
            <a:stCxn id="22" idx="1"/>
          </p:cNvCxnSpPr>
          <p:nvPr userDrawn="1"/>
        </p:nvCxnSpPr>
        <p:spPr>
          <a:xfrm flipH="1">
            <a:off x="9944100" y="6134727"/>
            <a:ext cx="473350" cy="0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D9D6501F-BF38-4304-8A58-E7C730C74B2A}"/>
              </a:ext>
            </a:extLst>
          </p:cNvPr>
          <p:cNvSpPr txBox="1"/>
          <p:nvPr userDrawn="1"/>
        </p:nvSpPr>
        <p:spPr>
          <a:xfrm>
            <a:off x="10417450" y="5517891"/>
            <a:ext cx="1266550" cy="1233671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7)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코드가 길어져서 뒷장으로 넘어갈 때는 하단 라인이 맞닿도록 하고</a:t>
            </a:r>
            <a:endParaRPr lang="en-US" altLang="ko-KR" sz="1050" b="1" spc="-60" dirty="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다음 장은 레이아웃 변경</a:t>
            </a:r>
            <a:endParaRPr lang="en-US" altLang="ko-KR" sz="1050" b="1" spc="-60" dirty="0">
              <a:latin typeface="+mn-ea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D4A7F95-CEC0-4A88-830D-B7D5FDD1F7FB}"/>
              </a:ext>
            </a:extLst>
          </p:cNvPr>
          <p:cNvCxnSpPr>
            <a:cxnSpLocks/>
            <a:stCxn id="27" idx="1"/>
          </p:cNvCxnSpPr>
          <p:nvPr userDrawn="1"/>
        </p:nvCxnSpPr>
        <p:spPr>
          <a:xfrm flipH="1" flipV="1">
            <a:off x="9944100" y="591569"/>
            <a:ext cx="473350" cy="1"/>
          </a:xfrm>
          <a:prstGeom prst="line">
            <a:avLst/>
          </a:prstGeom>
          <a:ln w="381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45D0D4-E443-483D-A9DC-BCA5DF6204DA}"/>
              </a:ext>
            </a:extLst>
          </p:cNvPr>
          <p:cNvSpPr txBox="1"/>
          <p:nvPr userDrawn="1"/>
        </p:nvSpPr>
        <p:spPr>
          <a:xfrm>
            <a:off x="10417450" y="191460"/>
            <a:ext cx="1507850" cy="800219"/>
          </a:xfrm>
          <a:prstGeom prst="rect">
            <a:avLst/>
          </a:prstGeom>
          <a:noFill/>
        </p:spPr>
        <p:txBody>
          <a:bodyPr wrap="square" lIns="108000" tIns="0" rIns="0" bIns="0" rtlCol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altLang="ko-KR" sz="1050" b="1" spc="-60" dirty="0">
                <a:latin typeface="+mn-ea"/>
              </a:rPr>
              <a:t>2) 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공통 오류인 경우 사용</a:t>
            </a:r>
            <a:endParaRPr lang="en-US" altLang="ko-KR" sz="1050" b="1" spc="-60" dirty="0">
              <a:latin typeface="+mn-ea"/>
            </a:endParaRP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가로위치</a:t>
            </a:r>
            <a:r>
              <a:rPr lang="en-US" altLang="ko-KR" sz="1050" b="1" spc="-60" dirty="0">
                <a:latin typeface="+mn-ea"/>
              </a:rPr>
              <a:t> = 24.25 cm </a:t>
            </a:r>
          </a:p>
          <a:p>
            <a:pPr algn="l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세로위치 </a:t>
            </a:r>
            <a:r>
              <a:rPr lang="en-US" altLang="ko-KR" sz="1050" b="1" spc="-60" dirty="0">
                <a:latin typeface="+mn-ea"/>
              </a:rPr>
              <a:t>= 1.18 cm</a:t>
            </a:r>
            <a:endParaRPr lang="ko-KR" altLang="en-US" sz="1050" b="1" spc="-60" dirty="0">
              <a:latin typeface="+mn-ea"/>
            </a:endParaRP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6456BE0D-BB19-49B7-A385-C0543008D3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68098"/>
          <a:stretch/>
        </p:blipFill>
        <p:spPr>
          <a:xfrm>
            <a:off x="-2489023" y="4965258"/>
            <a:ext cx="2209524" cy="1713566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626669FF-6426-4DCA-9497-8FC898301CD9}"/>
              </a:ext>
            </a:extLst>
          </p:cNvPr>
          <p:cNvSpPr>
            <a:spLocks noChangeAspect="1"/>
          </p:cNvSpPr>
          <p:nvPr userDrawn="1"/>
        </p:nvSpPr>
        <p:spPr>
          <a:xfrm>
            <a:off x="-752677" y="5322320"/>
            <a:ext cx="229414" cy="22941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4853A5EE-03DB-4B5A-8016-74CAC1F69032}"/>
              </a:ext>
            </a:extLst>
          </p:cNvPr>
          <p:cNvSpPr>
            <a:spLocks noChangeAspect="1"/>
          </p:cNvSpPr>
          <p:nvPr userDrawn="1"/>
        </p:nvSpPr>
        <p:spPr>
          <a:xfrm>
            <a:off x="-1613675" y="5322320"/>
            <a:ext cx="229414" cy="229414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sp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2CEBFF6-9CFD-419F-B06D-A8D05E383E24}"/>
              </a:ext>
            </a:extLst>
          </p:cNvPr>
          <p:cNvSpPr txBox="1"/>
          <p:nvPr userDrawn="1"/>
        </p:nvSpPr>
        <p:spPr>
          <a:xfrm>
            <a:off x="-2118044" y="4399294"/>
            <a:ext cx="1238151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lang="ko-KR" altLang="en-US" sz="1050" b="1" spc="-60">
                <a:latin typeface="+mn-ea"/>
              </a:rPr>
              <a:t>개선 방안 색상</a:t>
            </a:r>
            <a:endParaRPr lang="en-US" altLang="ko-KR" sz="1050" b="1" spc="-60" dirty="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23329-0AB1-44A8-80D0-325B6EC5AD72}"/>
              </a:ext>
            </a:extLst>
          </p:cNvPr>
          <p:cNvSpPr txBox="1"/>
          <p:nvPr userDrawn="1"/>
        </p:nvSpPr>
        <p:spPr>
          <a:xfrm>
            <a:off x="-1058008" y="4705936"/>
            <a:ext cx="845674" cy="16158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lang="ko-KR" altLang="en-US" sz="1050" b="1" spc="-60" dirty="0">
                <a:latin typeface="+mn-ea"/>
              </a:rPr>
              <a:t>오류 색상</a:t>
            </a:r>
            <a:endParaRPr lang="en-US" altLang="ko-KR" sz="1050" b="1" spc="-60" dirty="0">
              <a:latin typeface="+mn-ea"/>
            </a:endParaRP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6AD04AED-C8CC-4955-A1F1-2B08B61A075E}"/>
              </a:ext>
            </a:extLst>
          </p:cNvPr>
          <p:cNvCxnSpPr>
            <a:cxnSpLocks/>
            <a:stCxn id="37" idx="0"/>
            <a:endCxn id="40" idx="2"/>
          </p:cNvCxnSpPr>
          <p:nvPr userDrawn="1"/>
        </p:nvCxnSpPr>
        <p:spPr>
          <a:xfrm flipV="1">
            <a:off x="-1498968" y="4560877"/>
            <a:ext cx="0" cy="761443"/>
          </a:xfrm>
          <a:prstGeom prst="line">
            <a:avLst/>
          </a:prstGeom>
          <a:ln w="3175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0A852A9A-48D3-4E47-B384-FC71469950FB}"/>
              </a:ext>
            </a:extLst>
          </p:cNvPr>
          <p:cNvCxnSpPr>
            <a:cxnSpLocks/>
            <a:endCxn id="41" idx="2"/>
          </p:cNvCxnSpPr>
          <p:nvPr userDrawn="1"/>
        </p:nvCxnSpPr>
        <p:spPr>
          <a:xfrm flipV="1">
            <a:off x="-637970" y="4867519"/>
            <a:ext cx="2799" cy="454802"/>
          </a:xfrm>
          <a:prstGeom prst="line">
            <a:avLst/>
          </a:prstGeom>
          <a:ln w="31750">
            <a:solidFill>
              <a:schemeClr val="tx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6422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84">
          <p15:clr>
            <a:srgbClr val="FBAE40"/>
          </p15:clr>
        </p15:guide>
        <p15:guide id="2" pos="3256">
          <p15:clr>
            <a:srgbClr val="FBAE40"/>
          </p15:clr>
        </p15:guide>
        <p15:guide id="3" pos="1691">
          <p15:clr>
            <a:srgbClr val="FBAE40"/>
          </p15:clr>
        </p15:guide>
        <p15:guide id="4" orient="horz" pos="1207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orient="horz" pos="265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DCFE9F-B2B4-47BC-97BE-9C043A2ED68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989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5010" y="444925"/>
            <a:ext cx="6436800" cy="2631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marL="0" lvl="0" defTabSz="457200" latinLnBrk="0"/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49D477C1-B80A-436A-873B-8939B1660757}"/>
              </a:ext>
            </a:extLst>
          </p:cNvPr>
          <p:cNvSpPr txBox="1">
            <a:spLocks/>
          </p:cNvSpPr>
          <p:nvPr userDrawn="1"/>
        </p:nvSpPr>
        <p:spPr>
          <a:xfrm>
            <a:off x="7545000" y="127975"/>
            <a:ext cx="2088000" cy="183600"/>
          </a:xfrm>
          <a:prstGeom prst="rect">
            <a:avLst/>
          </a:prstGeom>
        </p:spPr>
        <p:txBody>
          <a:bodyPr lIns="0" rIns="0" anchor="ctr"/>
          <a:lstStyle>
            <a:defPPr>
              <a:defRPr lang="en-US"/>
            </a:defPPr>
            <a:lvl1pPr marL="0" algn="r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한국예탁결제원 접근성 진단 보고서</a:t>
            </a:r>
            <a:r>
              <a:rPr lang="en-US" altLang="ko-KR" sz="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fld id="{57DCFE9F-B2B4-47BC-97BE-9C043A2ED687}" type="slidenum">
              <a:rPr lang="en-US" altLang="ko-KR" sz="800" b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 defTabSz="914400" latinLnBrk="1"/>
              <a:t>‹#›</a:t>
            </a:fld>
            <a:r>
              <a:rPr lang="ko-KR" altLang="en-US" sz="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endParaRPr lang="en-US" sz="8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080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16" r:id="rId2"/>
    <p:sldLayoutId id="2147483717" r:id="rId3"/>
    <p:sldLayoutId id="2147483715" r:id="rId4"/>
    <p:sldLayoutId id="2147483718" r:id="rId5"/>
    <p:sldLayoutId id="2147483724" r:id="rId6"/>
    <p:sldLayoutId id="2147483723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1900" b="1" kern="1200" spc="-150" dirty="0">
          <a:solidFill>
            <a:schemeClr val="tx1">
              <a:lumMod val="95000"/>
              <a:lumOff val="5000"/>
            </a:schemeClr>
          </a:solidFill>
          <a:latin typeface="+mn-ea"/>
          <a:ea typeface="+mn-ea"/>
          <a:cs typeface="+mn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62" userDrawn="1">
          <p15:clr>
            <a:srgbClr val="F26B43"/>
          </p15:clr>
        </p15:guide>
        <p15:guide id="2" pos="398" userDrawn="1">
          <p15:clr>
            <a:srgbClr val="F26B43"/>
          </p15:clr>
        </p15:guide>
        <p15:guide id="3" pos="5842" userDrawn="1">
          <p15:clr>
            <a:srgbClr val="F26B43"/>
          </p15:clr>
        </p15:guide>
        <p15:guide id="4" pos="5978" userDrawn="1">
          <p15:clr>
            <a:srgbClr val="F26B43"/>
          </p15:clr>
        </p15:guide>
        <p15:guide id="5" pos="3120" userDrawn="1">
          <p15:clr>
            <a:srgbClr val="F26B43"/>
          </p15:clr>
        </p15:guide>
        <p15:guide id="9" orient="horz" pos="4178" userDrawn="1">
          <p15:clr>
            <a:srgbClr val="F26B43"/>
          </p15:clr>
        </p15:guide>
        <p15:guide id="12" orient="horz" pos="5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1;p1">
            <a:extLst>
              <a:ext uri="{FF2B5EF4-FFF2-40B4-BE49-F238E27FC236}">
                <a16:creationId xmlns:a16="http://schemas.microsoft.com/office/drawing/2014/main" id="{029A339E-21A1-41D7-8EEF-1BB6F1C3B0B0}"/>
              </a:ext>
            </a:extLst>
          </p:cNvPr>
          <p:cNvSpPr txBox="1"/>
          <p:nvPr/>
        </p:nvSpPr>
        <p:spPr>
          <a:xfrm>
            <a:off x="646135" y="2166768"/>
            <a:ext cx="8266865" cy="4308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pPr algn="l"/>
            <a:r>
              <a:rPr lang="en-US" altLang="ko-KR" sz="2800">
                <a:latin typeface="+mn-ea"/>
                <a:ea typeface="+mn-ea"/>
              </a:rPr>
              <a:t>2024</a:t>
            </a:r>
            <a:r>
              <a:rPr lang="ko-KR" altLang="en-US" sz="2800">
                <a:latin typeface="+mn-ea"/>
                <a:ea typeface="+mn-ea"/>
              </a:rPr>
              <a:t>년 대표홈페이지 웹접근성 인증마크 갱신 용역</a:t>
            </a:r>
            <a:endParaRPr lang="ko-KR" altLang="en-US" sz="2800" dirty="0">
              <a:latin typeface="+mn-ea"/>
              <a:ea typeface="+mn-ea"/>
            </a:endParaRPr>
          </a:p>
        </p:txBody>
      </p:sp>
      <p:sp>
        <p:nvSpPr>
          <p:cNvPr id="6" name="Google Shape;32;p1">
            <a:extLst>
              <a:ext uri="{FF2B5EF4-FFF2-40B4-BE49-F238E27FC236}">
                <a16:creationId xmlns:a16="http://schemas.microsoft.com/office/drawing/2014/main" id="{648CA881-48B2-44CF-802C-77A8154BE220}"/>
              </a:ext>
            </a:extLst>
          </p:cNvPr>
          <p:cNvSpPr txBox="1"/>
          <p:nvPr/>
        </p:nvSpPr>
        <p:spPr>
          <a:xfrm>
            <a:off x="646135" y="2770910"/>
            <a:ext cx="7342020" cy="677108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>
            <a:defPPr>
              <a:defRPr lang="en-US"/>
            </a:defPPr>
            <a:lvl1pPr algn="ctr">
              <a:defRPr sz="5400" b="1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pPr algn="l"/>
            <a:r>
              <a:rPr lang="ko-KR" altLang="en-US" sz="4400" spc="-30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rPr>
              <a:t>접근성 사전 진단 보고서</a:t>
            </a:r>
            <a:endParaRPr lang="ko-KR" altLang="en-US" sz="4400" spc="-3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57DC9-C93A-4186-A70B-EE25477B45C9}"/>
              </a:ext>
            </a:extLst>
          </p:cNvPr>
          <p:cNvSpPr txBox="1"/>
          <p:nvPr/>
        </p:nvSpPr>
        <p:spPr>
          <a:xfrm>
            <a:off x="646135" y="3978603"/>
            <a:ext cx="3189216" cy="56938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pPr>
              <a:spcAft>
                <a:spcPts val="600"/>
              </a:spcAft>
            </a:pPr>
            <a:r>
              <a:rPr lang="en-US" altLang="ko-KR" sz="1600" dirty="0">
                <a:latin typeface="+mn-ea"/>
                <a:ea typeface="+mn-ea"/>
              </a:rPr>
              <a:t>2024</a:t>
            </a:r>
            <a:r>
              <a:rPr lang="ko-KR" altLang="en-US" sz="1600" dirty="0">
                <a:latin typeface="+mn-ea"/>
                <a:ea typeface="+mn-ea"/>
              </a:rPr>
              <a:t>년 </a:t>
            </a:r>
            <a:r>
              <a:rPr lang="en-US" altLang="ko-KR" sz="1600" dirty="0">
                <a:latin typeface="+mn-ea"/>
                <a:ea typeface="+mn-ea"/>
              </a:rPr>
              <a:t>1</a:t>
            </a:r>
            <a:r>
              <a:rPr lang="ko-KR" altLang="en-US" sz="1600">
                <a:latin typeface="+mn-ea"/>
                <a:ea typeface="+mn-ea"/>
              </a:rPr>
              <a:t>월 </a:t>
            </a:r>
            <a:r>
              <a:rPr lang="en-US" altLang="ko-KR" sz="1600">
                <a:latin typeface="+mn-ea"/>
                <a:ea typeface="+mn-ea"/>
              </a:rPr>
              <a:t>19</a:t>
            </a:r>
            <a:r>
              <a:rPr lang="ko-KR" altLang="en-US" sz="1600">
                <a:latin typeface="+mn-ea"/>
                <a:ea typeface="+mn-ea"/>
              </a:rPr>
              <a:t>일</a:t>
            </a:r>
            <a:endParaRPr lang="en-US" altLang="ko-KR" sz="1600" dirty="0">
              <a:latin typeface="+mn-ea"/>
              <a:ea typeface="+mn-ea"/>
            </a:endParaRPr>
          </a:p>
          <a:p>
            <a:pPr>
              <a:spcAft>
                <a:spcPts val="600"/>
              </a:spcAft>
            </a:pPr>
            <a:r>
              <a:rPr lang="en-US" altLang="ko-KR" sz="1600" dirty="0">
                <a:latin typeface="+mn-ea"/>
                <a:ea typeface="+mn-ea"/>
              </a:rPr>
              <a:t>(</a:t>
            </a:r>
            <a:r>
              <a:rPr lang="ko-KR" altLang="en-US" sz="1600" dirty="0">
                <a:latin typeface="+mn-ea"/>
                <a:ea typeface="+mn-ea"/>
              </a:rPr>
              <a:t>주</a:t>
            </a:r>
            <a:r>
              <a:rPr lang="en-US" altLang="ko-KR" sz="1600" dirty="0">
                <a:latin typeface="+mn-ea"/>
                <a:ea typeface="+mn-ea"/>
              </a:rPr>
              <a:t>)</a:t>
            </a:r>
            <a:r>
              <a:rPr lang="ko-KR" altLang="en-US" sz="1600" dirty="0" err="1">
                <a:latin typeface="+mn-ea"/>
                <a:ea typeface="+mn-ea"/>
              </a:rPr>
              <a:t>에스앤씨랩</a:t>
            </a:r>
            <a:endParaRPr lang="ko-KR" altLang="en-US" sz="1600" dirty="0">
              <a:latin typeface="+mn-ea"/>
              <a:ea typeface="+mn-ea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20E06FD-0F62-437B-8C74-48CDEDB646D7}"/>
              </a:ext>
            </a:extLst>
          </p:cNvPr>
          <p:cNvGrpSpPr/>
          <p:nvPr/>
        </p:nvGrpSpPr>
        <p:grpSpPr>
          <a:xfrm>
            <a:off x="5942298" y="5931401"/>
            <a:ext cx="3336208" cy="307777"/>
            <a:chOff x="5201082" y="6192270"/>
            <a:chExt cx="3336208" cy="307777"/>
          </a:xfrm>
        </p:grpSpPr>
        <p:pic>
          <p:nvPicPr>
            <p:cNvPr id="13" name="Picture 2" descr="C:\Users\sunnext\Desktop\세미폴더\SNCLAB최종로고수정\로고수정.png">
              <a:extLst>
                <a:ext uri="{FF2B5EF4-FFF2-40B4-BE49-F238E27FC236}">
                  <a16:creationId xmlns:a16="http://schemas.microsoft.com/office/drawing/2014/main" id="{43E613D0-E636-4973-A297-956141759F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11257" y="6218452"/>
              <a:ext cx="926033" cy="254837"/>
            </a:xfrm>
            <a:prstGeom prst="rect">
              <a:avLst/>
            </a:prstGeom>
            <a:noFill/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A67A4BD-564E-449D-9C8B-772C40A104DD}"/>
                </a:ext>
              </a:extLst>
            </p:cNvPr>
            <p:cNvSpPr txBox="1"/>
            <p:nvPr/>
          </p:nvSpPr>
          <p:spPr>
            <a:xfrm>
              <a:off x="5201082" y="6192270"/>
              <a:ext cx="2143993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r"/>
              <a:r>
                <a:rPr lang="en-US" altLang="ko-KR" sz="1000" dirty="0">
                  <a:solidFill>
                    <a:schemeClr val="tx1">
                      <a:alpha val="45000"/>
                    </a:schemeClr>
                  </a:solidFill>
                  <a:latin typeface="+mn-ea"/>
                </a:rPr>
                <a:t>Smart &amp; Creative Thinking </a:t>
              </a:r>
            </a:p>
            <a:p>
              <a:pPr algn="r"/>
              <a:r>
                <a:rPr lang="en-US" altLang="ko-KR" sz="1000" dirty="0">
                  <a:solidFill>
                    <a:schemeClr val="tx1">
                      <a:alpha val="45000"/>
                    </a:schemeClr>
                  </a:solidFill>
                  <a:latin typeface="+mn-ea"/>
                </a:rPr>
                <a:t>User Experience Technology</a:t>
              </a:r>
              <a:endParaRPr lang="ko-KR" altLang="en-US" sz="1000" dirty="0">
                <a:solidFill>
                  <a:schemeClr val="tx1">
                    <a:alpha val="45000"/>
                  </a:schemeClr>
                </a:solidFill>
                <a:latin typeface="+mn-ea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9094B408-539A-4526-80E3-E3E149B3AAE6}"/>
                </a:ext>
              </a:extLst>
            </p:cNvPr>
            <p:cNvCxnSpPr/>
            <p:nvPr/>
          </p:nvCxnSpPr>
          <p:spPr>
            <a:xfrm>
              <a:off x="7492138" y="6228552"/>
              <a:ext cx="0" cy="227108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80E9F1A3-5F40-4FF4-BF6C-54597A1EED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35" y="1032438"/>
            <a:ext cx="17145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090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2;p1">
            <a:extLst>
              <a:ext uri="{FF2B5EF4-FFF2-40B4-BE49-F238E27FC236}">
                <a16:creationId xmlns:a16="http://schemas.microsoft.com/office/drawing/2014/main" id="{2DE3EE04-BB26-461A-BF55-753FDF343DEF}"/>
              </a:ext>
            </a:extLst>
          </p:cNvPr>
          <p:cNvSpPr txBox="1"/>
          <p:nvPr/>
        </p:nvSpPr>
        <p:spPr>
          <a:xfrm>
            <a:off x="646135" y="661265"/>
            <a:ext cx="8628040" cy="307777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defPPr>
              <a:defRPr lang="en-US"/>
            </a:defPPr>
            <a:lvl1pPr algn="ctr">
              <a:defRPr sz="5400" b="1">
                <a:latin typeface="SpoqaHanSans-Regular" panose="020B0500000000000000" pitchFamily="50" charset="-127"/>
                <a:ea typeface="SpoqaHanSans-Regular" panose="020B0500000000000000" pitchFamily="50" charset="-127"/>
              </a:defRPr>
            </a:lvl1pPr>
          </a:lstStyle>
          <a:p>
            <a:r>
              <a:rPr lang="ko-KR" alt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문서 변경 이력</a:t>
            </a: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978119AB-B35B-4D30-BA38-8140FAF45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452754"/>
              </p:ext>
            </p:extLst>
          </p:nvPr>
        </p:nvGraphicFramePr>
        <p:xfrm>
          <a:off x="631825" y="1335733"/>
          <a:ext cx="8642352" cy="4820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30008">
                  <a:extLst>
                    <a:ext uri="{9D8B030D-6E8A-4147-A177-3AD203B41FA5}">
                      <a16:colId xmlns:a16="http://schemas.microsoft.com/office/drawing/2014/main" val="1098485032"/>
                    </a:ext>
                  </a:extLst>
                </a:gridCol>
                <a:gridCol w="1330008">
                  <a:extLst>
                    <a:ext uri="{9D8B030D-6E8A-4147-A177-3AD203B41FA5}">
                      <a16:colId xmlns:a16="http://schemas.microsoft.com/office/drawing/2014/main" val="2528953290"/>
                    </a:ext>
                  </a:extLst>
                </a:gridCol>
                <a:gridCol w="3990108">
                  <a:extLst>
                    <a:ext uri="{9D8B030D-6E8A-4147-A177-3AD203B41FA5}">
                      <a16:colId xmlns:a16="http://schemas.microsoft.com/office/drawing/2014/main" val="830826969"/>
                    </a:ext>
                  </a:extLst>
                </a:gridCol>
                <a:gridCol w="996114">
                  <a:extLst>
                    <a:ext uri="{9D8B030D-6E8A-4147-A177-3AD203B41FA5}">
                      <a16:colId xmlns:a16="http://schemas.microsoft.com/office/drawing/2014/main" val="2685032361"/>
                    </a:ext>
                  </a:extLst>
                </a:gridCol>
                <a:gridCol w="996114">
                  <a:extLst>
                    <a:ext uri="{9D8B030D-6E8A-4147-A177-3AD203B41FA5}">
                      <a16:colId xmlns:a16="http://schemas.microsoft.com/office/drawing/2014/main" val="18844654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버전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변경일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변경 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작성자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승인자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1967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1.0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/>
                        <a:t>2024.01.19.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/>
                        <a:t>최초 작성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김기연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/>
                        <a:t>김명호</a:t>
                      </a:r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295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85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1155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816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363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457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9874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6920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216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21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9618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769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676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7;p4">
            <a:extLst>
              <a:ext uri="{FF2B5EF4-FFF2-40B4-BE49-F238E27FC236}">
                <a16:creationId xmlns:a16="http://schemas.microsoft.com/office/drawing/2014/main" id="{44F0D469-BD89-4FEE-85D3-862CFE6E82FA}"/>
              </a:ext>
            </a:extLst>
          </p:cNvPr>
          <p:cNvSpPr/>
          <p:nvPr/>
        </p:nvSpPr>
        <p:spPr>
          <a:xfrm>
            <a:off x="1382067" y="1090255"/>
            <a:ext cx="587693" cy="5876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2200" dirty="0">
                <a:solidFill>
                  <a:schemeClr val="tx2"/>
                </a:solidFill>
                <a:latin typeface="+mj-ea"/>
                <a:ea typeface="+mj-ea"/>
              </a:rPr>
              <a:t>Ⅰ</a:t>
            </a:r>
            <a:endParaRPr sz="2200" dirty="0">
              <a:solidFill>
                <a:schemeClr val="tx2"/>
              </a:solidFill>
              <a:latin typeface="+mj-ea"/>
              <a:ea typeface="+mj-ea"/>
              <a:sym typeface="Arial"/>
            </a:endParaRPr>
          </a:p>
        </p:txBody>
      </p:sp>
      <p:sp>
        <p:nvSpPr>
          <p:cNvPr id="4" name="Google Shape;78;p4">
            <a:extLst>
              <a:ext uri="{FF2B5EF4-FFF2-40B4-BE49-F238E27FC236}">
                <a16:creationId xmlns:a16="http://schemas.microsoft.com/office/drawing/2014/main" id="{FEC4E9F8-9F54-4403-818E-7B2AA489689F}"/>
              </a:ext>
            </a:extLst>
          </p:cNvPr>
          <p:cNvSpPr txBox="1"/>
          <p:nvPr/>
        </p:nvSpPr>
        <p:spPr>
          <a:xfrm>
            <a:off x="2159000" y="1128068"/>
            <a:ext cx="53944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2800" b="1" dirty="0">
                <a:solidFill>
                  <a:schemeClr val="lt1"/>
                </a:solidFill>
                <a:latin typeface="+mn-ea"/>
                <a:sym typeface="Arial"/>
              </a:rPr>
              <a:t>개요</a:t>
            </a:r>
            <a:endParaRPr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B09DC-00E1-488A-95EB-DE5320F5DD89}"/>
              </a:ext>
            </a:extLst>
          </p:cNvPr>
          <p:cNvSpPr txBox="1"/>
          <p:nvPr/>
        </p:nvSpPr>
        <p:spPr>
          <a:xfrm>
            <a:off x="2159001" y="2184851"/>
            <a:ext cx="1548501" cy="17081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진단 개요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진단 기준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진단 방법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</a:endParaRPr>
          </a:p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endParaRPr lang="en-US" altLang="ko-KR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045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3DA834D-A0F8-47B9-A105-974E644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lt"/>
              </a:rPr>
              <a:t>1. </a:t>
            </a:r>
            <a:r>
              <a:rPr lang="ko-KR" altLang="en-US" dirty="0">
                <a:latin typeface="+mn-lt"/>
              </a:rPr>
              <a:t>진단 개요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6D2088E-D977-4413-8720-4EC7EB1E04E5}"/>
              </a:ext>
            </a:extLst>
          </p:cNvPr>
          <p:cNvGrpSpPr/>
          <p:nvPr/>
        </p:nvGrpSpPr>
        <p:grpSpPr>
          <a:xfrm>
            <a:off x="429000" y="1080189"/>
            <a:ext cx="9059931" cy="892891"/>
            <a:chOff x="429000" y="1004507"/>
            <a:chExt cx="9059931" cy="892891"/>
          </a:xfrm>
        </p:grpSpPr>
        <p:sp>
          <p:nvSpPr>
            <p:cNvPr id="6" name="텍스트 개체 틀 16">
              <a:extLst>
                <a:ext uri="{FF2B5EF4-FFF2-40B4-BE49-F238E27FC236}">
                  <a16:creationId xmlns:a16="http://schemas.microsoft.com/office/drawing/2014/main" id="{DEC948E3-FBF5-45EE-B6C5-B3EBDB6CD957}"/>
                </a:ext>
              </a:extLst>
            </p:cNvPr>
            <p:cNvSpPr txBox="1">
              <a:spLocks/>
            </p:cNvSpPr>
            <p:nvPr/>
          </p:nvSpPr>
          <p:spPr>
            <a:xfrm>
              <a:off x="429000" y="1349216"/>
              <a:ext cx="9059931" cy="548182"/>
            </a:xfrm>
            <a:prstGeom prst="rect">
              <a:avLst/>
            </a:prstGeom>
            <a:solidFill>
              <a:srgbClr val="F0F2F5"/>
            </a:solidFill>
            <a:ln>
              <a:noFill/>
            </a:ln>
          </p:spPr>
          <p:txBody>
            <a:bodyPr wrap="square" lIns="252000" tIns="180000" rIns="252000" bIns="18000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100" b="1" kern="1200" spc="-20" baseline="0">
                  <a:solidFill>
                    <a:schemeClr val="tx1">
                      <a:lumMod val="50000"/>
                    </a:schemeClr>
                  </a:solidFill>
                  <a:latin typeface="SpoqaHanSans-Regular" panose="020B0500000000000000" pitchFamily="50" charset="-127"/>
                  <a:ea typeface="SpoqaHanSans-Regular" panose="020B0500000000000000" pitchFamily="50" charset="-127"/>
                  <a:cs typeface="+mn-cs"/>
                </a:defRPr>
              </a:lvl1pPr>
              <a:lvl2pPr marL="3429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200" b="0" dirty="0">
                  <a:latin typeface="+mn-lt"/>
                </a:rPr>
                <a:t>한국예탁결제원</a:t>
              </a:r>
              <a:r>
                <a:rPr lang="en-US" altLang="ko-KR" sz="1200" b="0" dirty="0">
                  <a:latin typeface="+mn-lt"/>
                </a:rPr>
                <a:t> </a:t>
              </a:r>
              <a:r>
                <a:rPr lang="ko-KR" altLang="en-US" sz="1200" b="0" dirty="0">
                  <a:latin typeface="+mn-lt"/>
                </a:rPr>
                <a:t>국문 웹사이트</a:t>
              </a:r>
              <a:r>
                <a:rPr lang="en-US" altLang="ko-KR" sz="1200" b="0" dirty="0">
                  <a:latin typeface="+mn-lt"/>
                  <a:ea typeface="+mn-ea"/>
                </a:rPr>
                <a:t>(</a:t>
              </a:r>
              <a:r>
                <a:rPr lang="en-US" altLang="ko-KR" sz="1200" b="0" dirty="0">
                  <a:latin typeface="+mn-lt"/>
                </a:rPr>
                <a:t>https://www.ksd.or.kr/ko)</a:t>
              </a:r>
              <a:endParaRPr lang="en-US" altLang="ko-KR" sz="1200" b="0" dirty="0">
                <a:latin typeface="+mn-lt"/>
                <a:ea typeface="+mn-ea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9715D6B3-AA0C-4681-97DB-742E3B978D2D}"/>
                </a:ext>
              </a:extLst>
            </p:cNvPr>
            <p:cNvGrpSpPr/>
            <p:nvPr/>
          </p:nvGrpSpPr>
          <p:grpSpPr>
            <a:xfrm>
              <a:off x="435868" y="1004507"/>
              <a:ext cx="9052687" cy="288000"/>
              <a:chOff x="430127" y="2729103"/>
              <a:chExt cx="9052687" cy="288000"/>
            </a:xfrm>
          </p:grpSpPr>
          <p:sp>
            <p:nvSpPr>
              <p:cNvPr id="13" name="텍스트 개체 틀 16">
                <a:extLst>
                  <a:ext uri="{FF2B5EF4-FFF2-40B4-BE49-F238E27FC236}">
                    <a16:creationId xmlns:a16="http://schemas.microsoft.com/office/drawing/2014/main" id="{5B18CB72-C004-4346-9B0D-5FDA942AA97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814" y="2729103"/>
                <a:ext cx="8820000" cy="288000"/>
              </a:xfrm>
              <a:prstGeom prst="rect">
                <a:avLst/>
              </a:prstGeom>
            </p:spPr>
            <p:txBody>
              <a:bodyPr wrap="square" lIns="0" tIns="36000" rIns="0" bIns="36000" anchor="ctr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100" b="1" kern="1200" spc="-20" baseline="0">
                    <a:solidFill>
                      <a:schemeClr val="tx1">
                        <a:lumMod val="50000"/>
                      </a:schemeClr>
                    </a:solidFill>
                    <a:latin typeface="SpoqaHanSans-Regular" panose="020B0500000000000000" pitchFamily="50" charset="-127"/>
                    <a:ea typeface="SpoqaHanSans-Regular" panose="020B0500000000000000" pitchFamily="50" charset="-127"/>
                    <a:cs typeface="+mn-cs"/>
                  </a:defRPr>
                </a:lvl1pPr>
                <a:lvl2pPr marL="3429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400" dirty="0">
                    <a:latin typeface="+mn-lt"/>
                    <a:ea typeface="+mn-ea"/>
                  </a:rPr>
                  <a:t>진단 대상</a:t>
                </a:r>
              </a:p>
            </p:txBody>
          </p:sp>
          <p:sp>
            <p:nvSpPr>
              <p:cNvPr id="14" name="원형: 비어 있음 13">
                <a:extLst>
                  <a:ext uri="{FF2B5EF4-FFF2-40B4-BE49-F238E27FC236}">
                    <a16:creationId xmlns:a16="http://schemas.microsoft.com/office/drawing/2014/main" id="{AC0EA6BA-269A-4339-8AB9-56B4F23767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127" y="2793903"/>
                <a:ext cx="158400" cy="158400"/>
              </a:xfrm>
              <a:prstGeom prst="donut">
                <a:avLst>
                  <a:gd name="adj" fmla="val 265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61359AE-04CA-4C4E-93FB-04C024F975AB}"/>
              </a:ext>
            </a:extLst>
          </p:cNvPr>
          <p:cNvGrpSpPr/>
          <p:nvPr/>
        </p:nvGrpSpPr>
        <p:grpSpPr>
          <a:xfrm>
            <a:off x="415925" y="2349000"/>
            <a:ext cx="9059931" cy="892891"/>
            <a:chOff x="429000" y="1004507"/>
            <a:chExt cx="9059931" cy="892891"/>
          </a:xfrm>
        </p:grpSpPr>
        <p:sp>
          <p:nvSpPr>
            <p:cNvPr id="19" name="텍스트 개체 틀 16">
              <a:extLst>
                <a:ext uri="{FF2B5EF4-FFF2-40B4-BE49-F238E27FC236}">
                  <a16:creationId xmlns:a16="http://schemas.microsoft.com/office/drawing/2014/main" id="{49EB61F0-5091-4064-AF83-C21077B61AEB}"/>
                </a:ext>
              </a:extLst>
            </p:cNvPr>
            <p:cNvSpPr txBox="1">
              <a:spLocks/>
            </p:cNvSpPr>
            <p:nvPr/>
          </p:nvSpPr>
          <p:spPr>
            <a:xfrm>
              <a:off x="429000" y="1349216"/>
              <a:ext cx="9059931" cy="548182"/>
            </a:xfrm>
            <a:prstGeom prst="rect">
              <a:avLst/>
            </a:prstGeom>
            <a:solidFill>
              <a:srgbClr val="F0F2F5"/>
            </a:solidFill>
            <a:ln>
              <a:noFill/>
            </a:ln>
          </p:spPr>
          <p:txBody>
            <a:bodyPr wrap="square" lIns="252000" tIns="180000" rIns="252000" bIns="18000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100" b="1" kern="1200" spc="-20" baseline="0">
                  <a:solidFill>
                    <a:schemeClr val="tx1">
                      <a:lumMod val="50000"/>
                    </a:schemeClr>
                  </a:solidFill>
                  <a:latin typeface="SpoqaHanSans-Regular" panose="020B0500000000000000" pitchFamily="50" charset="-127"/>
                  <a:ea typeface="SpoqaHanSans-Regular" panose="020B0500000000000000" pitchFamily="50" charset="-127"/>
                  <a:cs typeface="+mn-cs"/>
                </a:defRPr>
              </a:lvl1pPr>
              <a:lvl2pPr marL="3429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ko-KR" sz="1200" b="0" dirty="0">
                  <a:latin typeface="+mn-lt"/>
                  <a:ea typeface="+mn-ea"/>
                </a:rPr>
                <a:t>2024</a:t>
              </a:r>
              <a:r>
                <a:rPr lang="ko-KR" altLang="en-US" sz="1200" b="0" dirty="0">
                  <a:latin typeface="+mn-lt"/>
                  <a:ea typeface="+mn-ea"/>
                </a:rPr>
                <a:t>년 </a:t>
              </a:r>
              <a:r>
                <a:rPr lang="en-US" altLang="ko-KR" sz="1200" b="0" dirty="0">
                  <a:latin typeface="+mn-lt"/>
                  <a:ea typeface="+mn-ea"/>
                </a:rPr>
                <a:t>1</a:t>
              </a:r>
              <a:r>
                <a:rPr lang="ko-KR" altLang="en-US" sz="1200" b="0" dirty="0">
                  <a:latin typeface="+mn-lt"/>
                  <a:ea typeface="+mn-ea"/>
                </a:rPr>
                <a:t>월 </a:t>
              </a:r>
              <a:r>
                <a:rPr lang="en-US" altLang="ko-KR" sz="1200" b="0" dirty="0">
                  <a:latin typeface="+mn-lt"/>
                  <a:ea typeface="+mn-ea"/>
                </a:rPr>
                <a:t>00</a:t>
              </a:r>
              <a:r>
                <a:rPr lang="ko-KR" altLang="en-US" sz="1200" b="0" dirty="0">
                  <a:latin typeface="+mn-lt"/>
                  <a:ea typeface="+mn-ea"/>
                </a:rPr>
                <a:t>일 </a:t>
              </a:r>
              <a:r>
                <a:rPr lang="en-US" altLang="ko-KR" sz="1200" b="0" dirty="0">
                  <a:latin typeface="+mn-lt"/>
                  <a:ea typeface="+mn-ea"/>
                </a:rPr>
                <a:t>~ 2</a:t>
              </a:r>
              <a:r>
                <a:rPr lang="ko-KR" altLang="en-US" sz="1200" b="0" dirty="0">
                  <a:latin typeface="+mn-lt"/>
                  <a:ea typeface="+mn-ea"/>
                </a:rPr>
                <a:t>월 </a:t>
              </a:r>
              <a:r>
                <a:rPr lang="en-US" altLang="ko-KR" sz="1200" b="0" dirty="0">
                  <a:latin typeface="+mn-lt"/>
                  <a:ea typeface="+mn-ea"/>
                </a:rPr>
                <a:t>00</a:t>
              </a:r>
              <a:r>
                <a:rPr lang="ko-KR" altLang="en-US" sz="1200" b="0" dirty="0">
                  <a:latin typeface="+mn-lt"/>
                  <a:ea typeface="+mn-ea"/>
                </a:rPr>
                <a:t>일</a:t>
              </a:r>
              <a:endParaRPr lang="en-US" altLang="ko-KR" sz="1200" b="0" dirty="0">
                <a:latin typeface="+mn-lt"/>
                <a:ea typeface="+mn-ea"/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D16BE54-C13A-4A10-A2E9-486F6FC8BCAE}"/>
                </a:ext>
              </a:extLst>
            </p:cNvPr>
            <p:cNvGrpSpPr/>
            <p:nvPr/>
          </p:nvGrpSpPr>
          <p:grpSpPr>
            <a:xfrm>
              <a:off x="435868" y="1004507"/>
              <a:ext cx="9052687" cy="288000"/>
              <a:chOff x="430127" y="2729103"/>
              <a:chExt cx="9052687" cy="288000"/>
            </a:xfrm>
          </p:grpSpPr>
          <p:sp>
            <p:nvSpPr>
              <p:cNvPr id="21" name="텍스트 개체 틀 16">
                <a:extLst>
                  <a:ext uri="{FF2B5EF4-FFF2-40B4-BE49-F238E27FC236}">
                    <a16:creationId xmlns:a16="http://schemas.microsoft.com/office/drawing/2014/main" id="{8C9C35D8-FBEE-481B-A172-4FCE7A15DD0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814" y="2729103"/>
                <a:ext cx="8820000" cy="288000"/>
              </a:xfrm>
              <a:prstGeom prst="rect">
                <a:avLst/>
              </a:prstGeom>
            </p:spPr>
            <p:txBody>
              <a:bodyPr wrap="square" lIns="0" tIns="36000" rIns="0" bIns="36000" anchor="ctr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100" b="1" kern="1200" spc="-20" baseline="0">
                    <a:solidFill>
                      <a:schemeClr val="tx1">
                        <a:lumMod val="50000"/>
                      </a:schemeClr>
                    </a:solidFill>
                    <a:latin typeface="SpoqaHanSans-Regular" panose="020B0500000000000000" pitchFamily="50" charset="-127"/>
                    <a:ea typeface="SpoqaHanSans-Regular" panose="020B0500000000000000" pitchFamily="50" charset="-127"/>
                    <a:cs typeface="+mn-cs"/>
                  </a:defRPr>
                </a:lvl1pPr>
                <a:lvl2pPr marL="3429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400" dirty="0">
                    <a:latin typeface="+mn-lt"/>
                    <a:ea typeface="+mn-ea"/>
                  </a:rPr>
                  <a:t>진단 기간</a:t>
                </a:r>
              </a:p>
            </p:txBody>
          </p:sp>
          <p:sp>
            <p:nvSpPr>
              <p:cNvPr id="22" name="원형: 비어 있음 21">
                <a:extLst>
                  <a:ext uri="{FF2B5EF4-FFF2-40B4-BE49-F238E27FC236}">
                    <a16:creationId xmlns:a16="http://schemas.microsoft.com/office/drawing/2014/main" id="{13AA968E-CA76-4F60-BED5-04507F761D0E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127" y="2793903"/>
                <a:ext cx="158400" cy="158400"/>
              </a:xfrm>
              <a:prstGeom prst="donut">
                <a:avLst>
                  <a:gd name="adj" fmla="val 265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062F352-6EAB-4B10-AEEA-76730ECB3316}"/>
              </a:ext>
            </a:extLst>
          </p:cNvPr>
          <p:cNvGrpSpPr/>
          <p:nvPr/>
        </p:nvGrpSpPr>
        <p:grpSpPr>
          <a:xfrm>
            <a:off x="423034" y="3614006"/>
            <a:ext cx="9059931" cy="1970109"/>
            <a:chOff x="429000" y="1004507"/>
            <a:chExt cx="9059931" cy="1970109"/>
          </a:xfrm>
        </p:grpSpPr>
        <p:sp>
          <p:nvSpPr>
            <p:cNvPr id="24" name="텍스트 개체 틀 16">
              <a:extLst>
                <a:ext uri="{FF2B5EF4-FFF2-40B4-BE49-F238E27FC236}">
                  <a16:creationId xmlns:a16="http://schemas.microsoft.com/office/drawing/2014/main" id="{9B295392-FB91-4594-8D67-2C3EFB13B1D7}"/>
                </a:ext>
              </a:extLst>
            </p:cNvPr>
            <p:cNvSpPr txBox="1">
              <a:spLocks/>
            </p:cNvSpPr>
            <p:nvPr/>
          </p:nvSpPr>
          <p:spPr>
            <a:xfrm>
              <a:off x="429000" y="1349216"/>
              <a:ext cx="9059931" cy="1625400"/>
            </a:xfrm>
            <a:prstGeom prst="rect">
              <a:avLst/>
            </a:prstGeom>
            <a:solidFill>
              <a:srgbClr val="F0F2F5"/>
            </a:solidFill>
            <a:ln>
              <a:noFill/>
            </a:ln>
          </p:spPr>
          <p:txBody>
            <a:bodyPr wrap="square" lIns="252000" tIns="180000" rIns="252000" bIns="180000" anchor="t">
              <a:sp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buFont typeface="Arial" panose="020B0604020202020204" pitchFamily="34" charset="0"/>
                <a:buNone/>
                <a:defRPr sz="1100" b="1" kern="1200" spc="-20" baseline="0">
                  <a:solidFill>
                    <a:schemeClr val="tx1">
                      <a:lumMod val="50000"/>
                    </a:schemeClr>
                  </a:solidFill>
                  <a:latin typeface="SpoqaHanSans-Regular" panose="020B0500000000000000" pitchFamily="50" charset="-127"/>
                  <a:ea typeface="SpoqaHanSans-Regular" panose="020B0500000000000000" pitchFamily="50" charset="-127"/>
                  <a:cs typeface="+mn-cs"/>
                </a:defRPr>
              </a:lvl1pPr>
              <a:lvl2pPr marL="3429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200" b="0" dirty="0">
                  <a:latin typeface="+mn-lt"/>
                  <a:ea typeface="+mn-ea"/>
                </a:rPr>
                <a:t>운영체제</a:t>
              </a:r>
              <a:r>
                <a:rPr lang="en-US" altLang="ko-KR" sz="1200" b="0" dirty="0">
                  <a:latin typeface="+mn-lt"/>
                  <a:ea typeface="+mn-ea"/>
                </a:rPr>
                <a:t>(OS)</a:t>
              </a:r>
              <a:br>
                <a:rPr lang="en-US" altLang="ko-KR" sz="1200" b="0" dirty="0">
                  <a:latin typeface="+mn-lt"/>
                  <a:ea typeface="+mn-ea"/>
                </a:rPr>
              </a:br>
              <a:r>
                <a:rPr lang="en-US" altLang="ko-KR" sz="1200" b="0" dirty="0">
                  <a:latin typeface="+mn-lt"/>
                  <a:ea typeface="+mn-ea"/>
                </a:rPr>
                <a:t>Windows 10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200" b="0" dirty="0" err="1">
                  <a:latin typeface="+mn-lt"/>
                  <a:ea typeface="+mn-ea"/>
                </a:rPr>
                <a:t>웹브라우저</a:t>
              </a:r>
              <a:br>
                <a:rPr lang="en-US" altLang="ko-KR" sz="1200" b="0" dirty="0">
                  <a:latin typeface="+mn-lt"/>
                  <a:ea typeface="+mn-ea"/>
                </a:rPr>
              </a:br>
              <a:r>
                <a:rPr lang="en-US" altLang="ko-KR" sz="1200" b="0" dirty="0">
                  <a:latin typeface="+mn-lt"/>
                  <a:ea typeface="+mn-ea"/>
                </a:rPr>
                <a:t>Chrome </a:t>
              </a:r>
              <a:r>
                <a:rPr lang="ko-KR" altLang="en-US" sz="1200" b="0" dirty="0">
                  <a:latin typeface="+mn-lt"/>
                  <a:ea typeface="+mn-ea"/>
                </a:rPr>
                <a:t>버전 </a:t>
              </a:r>
              <a:r>
                <a:rPr lang="en-US" altLang="ko-KR" sz="1200" b="0" dirty="0">
                  <a:latin typeface="+mn-lt"/>
                  <a:ea typeface="+mn-ea"/>
                </a:rPr>
                <a:t>120</a:t>
              </a:r>
            </a:p>
            <a:p>
              <a:pPr marL="171450" indent="-17145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ko-KR" altLang="en-US" sz="1200" b="0" dirty="0">
                  <a:latin typeface="+mn-lt"/>
                  <a:ea typeface="+mn-ea"/>
                </a:rPr>
                <a:t>스크린 리더</a:t>
              </a:r>
              <a:br>
                <a:rPr lang="en-US" altLang="ko-KR" sz="1200" b="0" dirty="0">
                  <a:latin typeface="+mn-lt"/>
                  <a:ea typeface="+mn-ea"/>
                </a:rPr>
              </a:br>
              <a:r>
                <a:rPr lang="ko-KR" altLang="en-US" sz="1200" b="0" dirty="0">
                  <a:latin typeface="+mn-lt"/>
                  <a:ea typeface="+mn-ea"/>
                </a:rPr>
                <a:t>센스리더 베이직 </a:t>
              </a:r>
              <a:r>
                <a:rPr lang="en-US" altLang="ko-KR" sz="1200" b="0" dirty="0">
                  <a:latin typeface="+mn-lt"/>
                  <a:ea typeface="+mn-ea"/>
                </a:rPr>
                <a:t>ver8.0</a:t>
              </a:r>
              <a:endParaRPr lang="en-US" altLang="ko-KR" sz="1050" b="0" dirty="0">
                <a:latin typeface="+mn-lt"/>
                <a:ea typeface="+mn-ea"/>
              </a:endParaRPr>
            </a:p>
          </p:txBody>
        </p: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DCEC2FF1-5C6A-486D-87B8-B6B0E53A7055}"/>
                </a:ext>
              </a:extLst>
            </p:cNvPr>
            <p:cNvGrpSpPr/>
            <p:nvPr/>
          </p:nvGrpSpPr>
          <p:grpSpPr>
            <a:xfrm>
              <a:off x="435868" y="1004507"/>
              <a:ext cx="9052687" cy="288000"/>
              <a:chOff x="430127" y="2729103"/>
              <a:chExt cx="9052687" cy="288000"/>
            </a:xfrm>
          </p:grpSpPr>
          <p:sp>
            <p:nvSpPr>
              <p:cNvPr id="26" name="텍스트 개체 틀 16">
                <a:extLst>
                  <a:ext uri="{FF2B5EF4-FFF2-40B4-BE49-F238E27FC236}">
                    <a16:creationId xmlns:a16="http://schemas.microsoft.com/office/drawing/2014/main" id="{EBE7DC4B-23FC-4141-93C3-54F2866DB6D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2814" y="2729103"/>
                <a:ext cx="8820000" cy="288000"/>
              </a:xfrm>
              <a:prstGeom prst="rect">
                <a:avLst/>
              </a:prstGeom>
            </p:spPr>
            <p:txBody>
              <a:bodyPr wrap="square" lIns="0" tIns="36000" rIns="0" bIns="36000" anchor="ctr">
                <a:sp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sz="1100" b="1" kern="1200" spc="-20" baseline="0">
                    <a:solidFill>
                      <a:schemeClr val="tx1">
                        <a:lumMod val="50000"/>
                      </a:schemeClr>
                    </a:solidFill>
                    <a:latin typeface="SpoqaHanSans-Regular" panose="020B0500000000000000" pitchFamily="50" charset="-127"/>
                    <a:ea typeface="SpoqaHanSans-Regular" panose="020B0500000000000000" pitchFamily="50" charset="-127"/>
                    <a:cs typeface="+mn-cs"/>
                  </a:defRPr>
                </a:lvl1pPr>
                <a:lvl2pPr marL="3429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sz="1400" dirty="0">
                    <a:latin typeface="+mn-lt"/>
                    <a:ea typeface="+mn-ea"/>
                  </a:rPr>
                  <a:t>진단 환경</a:t>
                </a:r>
              </a:p>
            </p:txBody>
          </p:sp>
          <p:sp>
            <p:nvSpPr>
              <p:cNvPr id="27" name="원형: 비어 있음 26">
                <a:extLst>
                  <a:ext uri="{FF2B5EF4-FFF2-40B4-BE49-F238E27FC236}">
                    <a16:creationId xmlns:a16="http://schemas.microsoft.com/office/drawing/2014/main" id="{CEE06776-D92C-4015-B4CB-D55B300F2C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30127" y="2793903"/>
                <a:ext cx="158400" cy="158400"/>
              </a:xfrm>
              <a:prstGeom prst="donut">
                <a:avLst>
                  <a:gd name="adj" fmla="val 26569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726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3DA834D-A0F8-47B9-A105-974E644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기준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20F56-C11E-4BEC-8244-ED762E5226AB}"/>
              </a:ext>
            </a:extLst>
          </p:cNvPr>
          <p:cNvSpPr txBox="1"/>
          <p:nvPr/>
        </p:nvSpPr>
        <p:spPr>
          <a:xfrm>
            <a:off x="423306" y="807388"/>
            <a:ext cx="9059931" cy="4081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2000"/>
              </a:lnSpc>
            </a:pPr>
            <a:r>
              <a:rPr lang="ko-KR" altLang="en-US" sz="1200" dirty="0">
                <a:latin typeface="+mn-ea"/>
              </a:rPr>
              <a:t>한국형 웹 콘텐츠 접근성 지침 </a:t>
            </a:r>
            <a:r>
              <a:rPr lang="en-US" altLang="ko-KR" sz="1200" dirty="0">
                <a:latin typeface="+mn-ea"/>
              </a:rPr>
              <a:t>2.2(Korea Web Content Accessibility Guideline 2.2) 33</a:t>
            </a:r>
            <a:r>
              <a:rPr lang="ko-KR" altLang="en-US" sz="1200" dirty="0">
                <a:latin typeface="+mn-ea"/>
              </a:rPr>
              <a:t>개 검사항목 준수 여부를 판단하기 위한 웹 접근성 인증심사 표준 지침을 기준으로 진단 수행</a:t>
            </a:r>
            <a:endParaRPr lang="en-US" altLang="ko-KR" sz="1200" dirty="0"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B6E5F8E-1951-E3B7-2222-EE52CA3D3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676984"/>
              </p:ext>
            </p:extLst>
          </p:nvPr>
        </p:nvGraphicFramePr>
        <p:xfrm>
          <a:off x="423305" y="1412999"/>
          <a:ext cx="8850868" cy="5219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808">
                  <a:extLst>
                    <a:ext uri="{9D8B030D-6E8A-4147-A177-3AD203B41FA5}">
                      <a16:colId xmlns:a16="http://schemas.microsoft.com/office/drawing/2014/main" val="478655605"/>
                    </a:ext>
                  </a:extLst>
                </a:gridCol>
                <a:gridCol w="1484274">
                  <a:extLst>
                    <a:ext uri="{9D8B030D-6E8A-4147-A177-3AD203B41FA5}">
                      <a16:colId xmlns:a16="http://schemas.microsoft.com/office/drawing/2014/main" val="480228689"/>
                    </a:ext>
                  </a:extLst>
                </a:gridCol>
                <a:gridCol w="1635613">
                  <a:extLst>
                    <a:ext uri="{9D8B030D-6E8A-4147-A177-3AD203B41FA5}">
                      <a16:colId xmlns:a16="http://schemas.microsoft.com/office/drawing/2014/main" val="1638313300"/>
                    </a:ext>
                  </a:extLst>
                </a:gridCol>
                <a:gridCol w="5401173">
                  <a:extLst>
                    <a:ext uri="{9D8B030D-6E8A-4147-A177-3AD203B41FA5}">
                      <a16:colId xmlns:a16="http://schemas.microsoft.com/office/drawing/2014/main" val="3384154851"/>
                    </a:ext>
                  </a:extLst>
                </a:gridCol>
              </a:tblGrid>
              <a:tr h="28344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원칙 </a:t>
                      </a:r>
                      <a:r>
                        <a:rPr lang="en-US" altLang="ko-KR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(4</a:t>
                      </a: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kern="0" spc="-8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지침 </a:t>
                      </a:r>
                      <a:r>
                        <a:rPr lang="en-US" altLang="ko-KR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(14</a:t>
                      </a: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sz="1000" b="0" kern="0" spc="-8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검사항목 </a:t>
                      </a:r>
                      <a:r>
                        <a:rPr lang="en-US" altLang="ko-KR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(33</a:t>
                      </a: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</a:t>
                      </a:r>
                      <a:r>
                        <a:rPr lang="en-US" altLang="ko-KR" sz="1000" b="0" kern="0" spc="-8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en-US" sz="1000" b="0" kern="0" spc="-8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45370"/>
                  </a:ext>
                </a:extLst>
              </a:tr>
              <a:tr h="453845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9"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인식의 용이성 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(Perceivable)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1.1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대체 텍스트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1.1.1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적절한 대체 텍스트 제공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텍스트 아닌 콘텐츠는 그 의미나 용도를 인식할 수 있도록 대체 텍스트를 제공해야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677357"/>
                  </a:ext>
                </a:extLst>
              </a:tr>
              <a:tr h="255384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1.2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멀티미디어 대체 콘텐츠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1.2.1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자막제공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멀티미디어 콘텐츠에는 자막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대본 또는 </a:t>
                      </a:r>
                      <a:r>
                        <a:rPr lang="ko-KR" altLang="en-US" sz="1000" b="0" kern="1200" spc="-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수어를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제공해야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606263"/>
                  </a:ext>
                </a:extLst>
              </a:tr>
              <a:tr h="255384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1.3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적응성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1.3.1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표의 구성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표는 이해하기 쉽게 구성해야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59699"/>
                  </a:ext>
                </a:extLst>
              </a:tr>
              <a:tr h="255384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1.3.2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콘텐츠의 선형구조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콘텐츠는 논리적인 순서로 제공해야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459160"/>
                  </a:ext>
                </a:extLst>
              </a:tr>
              <a:tr h="255384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1.3.3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콘텐츠의 선형구조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콘텐츠는 논리적인 순서로 제공해야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501262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lvl="0"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1.4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명료성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1.4.1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색에 무관한 콘텐츠 인식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콘텐츠는 색에 관계없이 인식될 수 있어야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657115"/>
                  </a:ext>
                </a:extLst>
              </a:tr>
              <a:tr h="37744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1.4.2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텍스트 콘텐츠의 명도 대비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텍스트 콘텐츠와 배경 간의 명도 대비는 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4.5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대 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이상이어야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790758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1.4.3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자동 재생 금지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자동으로 소리가 재생되지 않아야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237010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1.4.4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 간의 구분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이웃한 콘텐츠는 구별될 수 있어야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793457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10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8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운용의 용이성</a:t>
                      </a:r>
                      <a:endParaRPr lang="en-US" altLang="ko-KR" sz="1000" b="0" kern="1200" spc="-1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(Operable)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lvl="0"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2.1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입력장치 접근성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2.1.1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키보드 사용 보장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모든 기능은 키보드만으로도 사용할 수 있어야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043892"/>
                  </a:ext>
                </a:extLst>
              </a:tr>
              <a:tr h="37744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2.1.2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초점 이동과 표시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키보드에 의한 초점은 논리적으로 이동해야 하며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시각적으로 구별할 수 있어야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916647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12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2.1.3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조작 가능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사용자 입력 및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콘트롤은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조작 가능하도록 제공되어야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648734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en-US" altLang="ko-KR" sz="900" b="0" i="0" u="none" strike="noStrike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2.1.4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문자 단축키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문자 단축키는 오동작으로 인한 오류를 방지하여야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120900"/>
                  </a:ext>
                </a:extLst>
              </a:tr>
              <a:tr h="37744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lvl="0"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2.2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충분한 시간 제공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2.2.1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응답시간 조절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시간제한이 있는 콘텐츠는 응답시간을 조절할 수 있어야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388697"/>
                  </a:ext>
                </a:extLst>
              </a:tr>
              <a:tr h="37744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15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2.2.2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정지 기능 제공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자동으로 변경되는 콘텐츠는 움직임을 제어할 수 있어야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23097"/>
                  </a:ext>
                </a:extLst>
              </a:tr>
              <a:tr h="37744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16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fontAlgn="ctr" latinLnBrk="0"/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2.3 </a:t>
                      </a:r>
                      <a:r>
                        <a:rPr lang="ko-KR" altLang="en-US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광과민성 발작 예방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2.3.1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깜빡임과 번쩍임 사용 제한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초당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3~50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 주기로 깜빡이거나 번쩍이는 콘텐츠를 제공하지 않아야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295902"/>
                  </a:ext>
                </a:extLst>
              </a:tr>
              <a:tr h="224786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17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kern="0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2.4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쉬운 내비게이션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2.4.1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반복 영역 건너뛰기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콘텐츠의 반복되는 영역은 건너뛸 수 있어야 한다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784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14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3DA834D-A0F8-47B9-A105-974E6446F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진단 기준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E20F56-C11E-4BEC-8244-ED762E5226AB}"/>
              </a:ext>
            </a:extLst>
          </p:cNvPr>
          <p:cNvSpPr txBox="1"/>
          <p:nvPr/>
        </p:nvSpPr>
        <p:spPr>
          <a:xfrm>
            <a:off x="423306" y="807388"/>
            <a:ext cx="9059931" cy="4081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2000"/>
              </a:lnSpc>
            </a:pPr>
            <a:r>
              <a:rPr lang="ko-KR" altLang="en-US" sz="1200" dirty="0">
                <a:latin typeface="+mn-ea"/>
              </a:rPr>
              <a:t>한국형 웹 콘텐츠 접근성 지침 </a:t>
            </a:r>
            <a:r>
              <a:rPr lang="en-US" altLang="ko-KR" sz="1200" dirty="0">
                <a:latin typeface="+mn-ea"/>
              </a:rPr>
              <a:t>2.2(Korea Web Content Accessibility Guideline 2.2) 33</a:t>
            </a:r>
            <a:r>
              <a:rPr lang="ko-KR" altLang="en-US" sz="1200" dirty="0">
                <a:latin typeface="+mn-ea"/>
              </a:rPr>
              <a:t>개 검사항목 준수 여부를 판단하기 위한 웹 접근성 인증심사 표준 지침을 기준으로 진단 수행</a:t>
            </a:r>
            <a:endParaRPr lang="en-US" altLang="ko-KR" sz="1200" dirty="0">
              <a:latin typeface="+mn-ea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B6E5F8E-1951-E3B7-2222-EE52CA3D38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2949859"/>
              </p:ext>
            </p:extLst>
          </p:nvPr>
        </p:nvGraphicFramePr>
        <p:xfrm>
          <a:off x="423306" y="1413000"/>
          <a:ext cx="8850869" cy="52195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808">
                  <a:extLst>
                    <a:ext uri="{9D8B030D-6E8A-4147-A177-3AD203B41FA5}">
                      <a16:colId xmlns:a16="http://schemas.microsoft.com/office/drawing/2014/main" val="478655605"/>
                    </a:ext>
                  </a:extLst>
                </a:gridCol>
                <a:gridCol w="1484275">
                  <a:extLst>
                    <a:ext uri="{9D8B030D-6E8A-4147-A177-3AD203B41FA5}">
                      <a16:colId xmlns:a16="http://schemas.microsoft.com/office/drawing/2014/main" val="480228689"/>
                    </a:ext>
                  </a:extLst>
                </a:gridCol>
                <a:gridCol w="1635611">
                  <a:extLst>
                    <a:ext uri="{9D8B030D-6E8A-4147-A177-3AD203B41FA5}">
                      <a16:colId xmlns:a16="http://schemas.microsoft.com/office/drawing/2014/main" val="1638313300"/>
                    </a:ext>
                  </a:extLst>
                </a:gridCol>
                <a:gridCol w="5401175">
                  <a:extLst>
                    <a:ext uri="{9D8B030D-6E8A-4147-A177-3AD203B41FA5}">
                      <a16:colId xmlns:a16="http://schemas.microsoft.com/office/drawing/2014/main" val="3384154851"/>
                    </a:ext>
                  </a:extLst>
                </a:gridCol>
              </a:tblGrid>
              <a:tr h="28343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번호</a:t>
                      </a:r>
                      <a:endParaRPr lang="ko-KR" altLang="en-US" sz="1000" b="0" kern="0" spc="-8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원칙 </a:t>
                      </a:r>
                      <a:r>
                        <a:rPr lang="en-US" altLang="ko-KR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(4</a:t>
                      </a: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개</a:t>
                      </a:r>
                      <a:r>
                        <a:rPr lang="en-US" altLang="ko-KR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lang="ko-KR" altLang="en-US" sz="1000" b="0" kern="0" spc="-8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지침 </a:t>
                      </a:r>
                      <a:r>
                        <a:rPr lang="en-US" altLang="ko-KR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(14</a:t>
                      </a: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개</a:t>
                      </a:r>
                      <a:r>
                        <a:rPr lang="en-US" altLang="ko-KR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lang="en-US" sz="1000" b="0" kern="0" spc="-8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검사항목 </a:t>
                      </a:r>
                      <a:r>
                        <a:rPr lang="en-US" altLang="ko-KR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(33</a:t>
                      </a:r>
                      <a:r>
                        <a:rPr lang="ko-KR" altLang="en-US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개</a:t>
                      </a:r>
                      <a:r>
                        <a:rPr lang="en-US" altLang="ko-KR" sz="1000" b="0" kern="0" spc="-80" dirty="0">
                          <a:solidFill>
                            <a:schemeClr val="bg1"/>
                          </a:solidFill>
                          <a:latin typeface="+mn-lt"/>
                          <a:ea typeface="+mn-ea"/>
                        </a:rPr>
                        <a:t>)</a:t>
                      </a:r>
                      <a:endParaRPr lang="en-US" sz="1000" b="0" kern="0" spc="-80" dirty="0">
                        <a:solidFill>
                          <a:schemeClr val="bg1"/>
                        </a:solidFill>
                        <a:latin typeface="+mn-lt"/>
                        <a:ea typeface="+mn-ea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3545370"/>
                  </a:ext>
                </a:extLst>
              </a:tr>
              <a:tr h="255069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운용의 용이성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(Operable))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2.4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쉬운 내비게이션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2.4.2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제목 제공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페이지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프레임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 블록에는 적절한 제목을 제공해야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9677357"/>
                  </a:ext>
                </a:extLst>
              </a:tr>
              <a:tr h="255069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7" marR="8807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2.4.3 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적절한 링크 텍스트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링크 텍스트는 용도나 목적을 이해할 수 있도록 제공해야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7606263"/>
                  </a:ext>
                </a:extLst>
              </a:tr>
              <a:tr h="489898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2.4.4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고정된 참조 위치 정보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전자출판문서 형식의 웹 페이지는 각 페이지로 이동할 수 있는 기능이 있어야 하고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서식이나 플랫폼에 상관없이 참조 위치 정보를 일관되게 </a:t>
                      </a:r>
                      <a:r>
                        <a:rPr lang="ko-KR" altLang="en-US" sz="1000" b="0" kern="1200" spc="-1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제공ㆍ유지해야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459699"/>
                  </a:ext>
                </a:extLst>
              </a:tr>
              <a:tr h="376985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2.5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방식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2.5.1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단일 포인터 입력 지원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다중 포인터 또는 경로기반 동작을 통한 입력은 단일 포인터 입력으로도 조작할 수 있어야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3459160"/>
                  </a:ext>
                </a:extLst>
              </a:tr>
              <a:tr h="255069">
                <a:tc>
                  <a:txBody>
                    <a:bodyPr/>
                    <a:lstStyle/>
                    <a:p>
                      <a:pPr marL="0" marR="0" indent="0" algn="ctr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7" marR="8807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800" b="0" i="0" u="none" strike="noStrike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2.5.2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포인터 입력 취소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단일 포인터 입력으로 실행되는 기능은 취소할 수 있어야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0501262"/>
                  </a:ext>
                </a:extLst>
              </a:tr>
              <a:tr h="37698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7" marR="8807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288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2.5.3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레이블과 네임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텍스트 또는 텍스트 이미지가 포함된 레이블이 있는 사용자 인터페이스 구성요소는 네임에 시각적으로 표시되는 해당 텍스트를 포함해야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657115"/>
                  </a:ext>
                </a:extLst>
              </a:tr>
              <a:tr h="376985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kern="0" spc="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07" marR="8807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2.5.4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동작기반 작동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동작기반으로 작동하는 기능은 사용자 인터페이스 구성요소로 조작할 수 있고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동작기반 기능을 비활성화할 수 있어야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5790758"/>
                  </a:ext>
                </a:extLst>
              </a:tr>
              <a:tr h="255069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7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이해의 용이성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(Understandable)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3.1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가독성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3.1.1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 언어 표시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주로 사용하는 언어를 명시해야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237010"/>
                  </a:ext>
                </a:extLst>
              </a:tr>
              <a:tr h="34967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3.2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예측 가능성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3.2.1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요구에 따른 실행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사용자가 의도하지 않은 기능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새 창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초점에 의한 맥락 변화 등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은 실행되지 않아야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2793457"/>
                  </a:ext>
                </a:extLst>
              </a:tr>
              <a:tr h="34967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3.2.2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찾기 쉬운 도움 정보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도움 정보가 제공되는 경우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페이지에서 동일한 상대적인 순서로 접근할 수 있어야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0043892"/>
                  </a:ext>
                </a:extLst>
              </a:tr>
              <a:tr h="22451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3.3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도움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3.3.1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레이블 제공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사용자 입력에는 대응하는 레이블을 제공해야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916647"/>
                  </a:ext>
                </a:extLst>
              </a:tr>
              <a:tr h="22451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3.3.2 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오류 정정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입력 오류를 정정할 수 있는 방법을 제공해야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648734"/>
                  </a:ext>
                </a:extLst>
              </a:tr>
              <a:tr h="22451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3.3.3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접근 가능한 인증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인증 과정은 인지 기능 테스트에만 의존해서는 안 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120900"/>
                  </a:ext>
                </a:extLst>
              </a:tr>
              <a:tr h="224510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9569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spc="-80" dirty="0">
                        <a:solidFill>
                          <a:srgbClr val="000000"/>
                        </a:solidFill>
                        <a:latin typeface="Spoqa Han Sans Neo" panose="020B0500000000000000" pitchFamily="50" charset="-127"/>
                        <a:ea typeface="Spoqa Han Sans Neo" panose="020B0500000000000000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3.3.4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반복 입력 정보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반복되는 입력 정보는 자동 입력 또는 선택 입력할 수 있어야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0388697"/>
                  </a:ext>
                </a:extLst>
              </a:tr>
              <a:tr h="34881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견고성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(Robust)</a:t>
                      </a:r>
                      <a:endParaRPr lang="ko-KR" altLang="en-US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4.1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문법 준수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4.1.1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마크업 오류 방지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마크업 언어의 요소는 열고 닫음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중첩 관계 및 속성 선언에 오류가 없어야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23097"/>
                  </a:ext>
                </a:extLst>
              </a:tr>
              <a:tr h="34881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800" b="0" i="0" u="none" strike="noStrike" kern="1200" cap="none" spc="-80" normalizeH="0" baseline="0" dirty="0">
                        <a:ln>
                          <a:noFill/>
                        </a:ln>
                        <a:solidFill>
                          <a:srgbClr val="111111"/>
                        </a:solidFill>
                        <a:effectLst/>
                        <a:latin typeface="Spoqa Han Sans Neo" panose="020B0500000000000000" pitchFamily="50" charset="-127"/>
                        <a:ea typeface="Spoqa Han Sans Neo" panose="020B0500000000000000" pitchFamily="50" charset="-127"/>
                        <a:cs typeface="+mn-cs"/>
                      </a:endParaRPr>
                    </a:p>
                  </a:txBody>
                  <a:tcPr marL="36000" marR="36000" marT="8807" marB="88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4.2 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웹 애플리케이션 접근성</a:t>
                      </a:r>
                      <a:endParaRPr lang="en-US" altLang="ko-KR" sz="1000" b="0" kern="1200" spc="-1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4.2.1  (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웹 애플리케이션 접근성 준수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lang="ko-KR" altLang="en-US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콘텐츠에 포함된 웹 애플리케이션은 접근성이 있어야 한다</a:t>
                      </a:r>
                      <a:r>
                        <a:rPr lang="en-US" altLang="ko-KR" sz="1000" b="0" kern="1200" spc="-1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2295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1971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6E36EB2-DB61-4425-8FA0-98537E3AD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lt"/>
              </a:rPr>
              <a:t>3. </a:t>
            </a:r>
            <a:r>
              <a:rPr lang="ko-KR" altLang="en-US" dirty="0">
                <a:latin typeface="+mn-lt"/>
              </a:rPr>
              <a:t>진단 방법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EDB2B2-0731-4254-88AA-0F48F509B9E1}"/>
              </a:ext>
            </a:extLst>
          </p:cNvPr>
          <p:cNvSpPr txBox="1"/>
          <p:nvPr/>
        </p:nvSpPr>
        <p:spPr>
          <a:xfrm>
            <a:off x="423307" y="815700"/>
            <a:ext cx="7955922" cy="4019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2000"/>
              </a:lnSpc>
            </a:pPr>
            <a:r>
              <a:rPr lang="ko-KR" altLang="en-US" sz="1200" dirty="0"/>
              <a:t>웹 접근성 진단은 접근성 전문가와 </a:t>
            </a:r>
            <a:r>
              <a:rPr lang="ko-KR" altLang="en-US" sz="1200" dirty="0" err="1"/>
              <a:t>전맹</a:t>
            </a:r>
            <a:r>
              <a:rPr lang="ko-KR" altLang="en-US" sz="1200" dirty="0"/>
              <a:t> 시각 장애인 사용자가 국가 표준 웹 접근성 품질 인증 심사와 </a:t>
            </a:r>
            <a:br>
              <a:rPr lang="en-US" altLang="ko-KR" sz="1200" dirty="0"/>
            </a:br>
            <a:r>
              <a:rPr lang="ko-KR" altLang="en-US" sz="1200" dirty="0"/>
              <a:t>동일한 기준과 방법으로 진단 수행</a:t>
            </a:r>
            <a:endParaRPr lang="en-US" altLang="ko-KR" sz="12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CD4E8BC-082C-43C3-A96F-B4F902938671}"/>
              </a:ext>
            </a:extLst>
          </p:cNvPr>
          <p:cNvSpPr/>
          <p:nvPr/>
        </p:nvSpPr>
        <p:spPr>
          <a:xfrm>
            <a:off x="3220426" y="2035750"/>
            <a:ext cx="1920684" cy="544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전문가 진단</a:t>
            </a:r>
          </a:p>
        </p:txBody>
      </p:sp>
      <p:pic>
        <p:nvPicPr>
          <p:cNvPr id="12" name="그래픽 11">
            <a:extLst>
              <a:ext uri="{FF2B5EF4-FFF2-40B4-BE49-F238E27FC236}">
                <a16:creationId xmlns:a16="http://schemas.microsoft.com/office/drawing/2014/main" id="{2AD1E820-C86B-4A58-B0D0-D9ABF5A641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6364" y="1455020"/>
            <a:ext cx="368808" cy="368808"/>
          </a:xfrm>
          <a:prstGeom prst="rect">
            <a:avLst/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7EEA93CC-9A4E-4C27-A2CC-9258829A137C}"/>
              </a:ext>
            </a:extLst>
          </p:cNvPr>
          <p:cNvSpPr/>
          <p:nvPr/>
        </p:nvSpPr>
        <p:spPr>
          <a:xfrm>
            <a:off x="6676249" y="2035750"/>
            <a:ext cx="1920684" cy="54410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장애인 사용자 진단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DA0014FD-A317-400E-90D9-F8A729B976E2}"/>
              </a:ext>
            </a:extLst>
          </p:cNvPr>
          <p:cNvCxnSpPr>
            <a:cxnSpLocks/>
            <a:stCxn id="12" idx="2"/>
            <a:endCxn id="11" idx="0"/>
          </p:cNvCxnSpPr>
          <p:nvPr/>
        </p:nvCxnSpPr>
        <p:spPr>
          <a:xfrm>
            <a:off x="4180768" y="1823828"/>
            <a:ext cx="0" cy="21192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래픽 14">
            <a:extLst>
              <a:ext uri="{FF2B5EF4-FFF2-40B4-BE49-F238E27FC236}">
                <a16:creationId xmlns:a16="http://schemas.microsoft.com/office/drawing/2014/main" id="{7A1F47D9-7E20-4E04-BBC1-56FF7F5EA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52187" y="1457820"/>
            <a:ext cx="368808" cy="368808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CD4A0C47-AC61-4376-8490-0D775FF98A2E}"/>
              </a:ext>
            </a:extLst>
          </p:cNvPr>
          <p:cNvCxnSpPr>
            <a:cxnSpLocks/>
            <a:stCxn id="15" idx="2"/>
            <a:endCxn id="13" idx="0"/>
          </p:cNvCxnSpPr>
          <p:nvPr/>
        </p:nvCxnSpPr>
        <p:spPr>
          <a:xfrm>
            <a:off x="7636591" y="1826628"/>
            <a:ext cx="0" cy="20912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표 24">
            <a:extLst>
              <a:ext uri="{FF2B5EF4-FFF2-40B4-BE49-F238E27FC236}">
                <a16:creationId xmlns:a16="http://schemas.microsoft.com/office/drawing/2014/main" id="{8DE66E96-4099-460C-8F6D-3CED5C7D56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851243"/>
              </p:ext>
            </p:extLst>
          </p:nvPr>
        </p:nvGraphicFramePr>
        <p:xfrm>
          <a:off x="631825" y="2788035"/>
          <a:ext cx="8642350" cy="3516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3680">
                  <a:extLst>
                    <a:ext uri="{9D8B030D-6E8A-4147-A177-3AD203B41FA5}">
                      <a16:colId xmlns:a16="http://schemas.microsoft.com/office/drawing/2014/main" val="3213519000"/>
                    </a:ext>
                  </a:extLst>
                </a:gridCol>
                <a:gridCol w="3394335">
                  <a:extLst>
                    <a:ext uri="{9D8B030D-6E8A-4147-A177-3AD203B41FA5}">
                      <a16:colId xmlns:a16="http://schemas.microsoft.com/office/drawing/2014/main" val="3136034544"/>
                    </a:ext>
                  </a:extLst>
                </a:gridCol>
                <a:gridCol w="3394335">
                  <a:extLst>
                    <a:ext uri="{9D8B030D-6E8A-4147-A177-3AD203B41FA5}">
                      <a16:colId xmlns:a16="http://schemas.microsoft.com/office/drawing/2014/main" val="3779783522"/>
                    </a:ext>
                  </a:extLst>
                </a:gridCol>
              </a:tblGrid>
              <a:tr h="852813"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진단 내용</a:t>
                      </a:r>
                    </a:p>
                  </a:txBody>
                  <a:tcPr marT="216000" marB="216000"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진단 기준의 정성적 평가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b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</a:b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개선 사항 적용 여부 점검</a:t>
                      </a:r>
                    </a:p>
                  </a:txBody>
                  <a:tcPr marL="432000" marR="432000" marT="216000" marB="216000"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전맹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 시각 장애인 사용자의 주요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과업별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 성공여부 진단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과업 성공률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100%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여부 점검</a:t>
                      </a:r>
                    </a:p>
                  </a:txBody>
                  <a:tcPr marL="432000" marR="432000" marT="216000" marB="216000"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141572"/>
                  </a:ext>
                </a:extLst>
              </a:tr>
              <a:tr h="852813"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진단 기준</a:t>
                      </a:r>
                    </a:p>
                  </a:txBody>
                  <a:tcPr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KWVAG2.2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의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33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개 지표를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소스 수준에서 평가</a:t>
                      </a: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대상 사이트별 주요 과업에 대해 성공 여부 평가</a:t>
                      </a: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534685"/>
                  </a:ext>
                </a:extLst>
              </a:tr>
              <a:tr h="610346"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+mn-lt"/>
                        </a:rPr>
                        <a:t>활용 도구</a:t>
                      </a:r>
                    </a:p>
                  </a:txBody>
                  <a:tcPr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웹 접근성 자동 진단 도구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명도대비 점검 도구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W3C Markup Validator</a:t>
                      </a: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키보드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마우스</a:t>
                      </a: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스크린 리더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센스 리더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, JAWS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등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)</a:t>
                      </a: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웹브라우저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 확대도구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고대비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 모드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pPr latinLnBrk="0">
                        <a:lnSpc>
                          <a:spcPct val="112000"/>
                        </a:lnSpc>
                        <a:spcAft>
                          <a:spcPts val="800"/>
                        </a:spcAft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+mn-lt"/>
                        </a:rPr>
                        <a:t>키보드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432000" marR="432000" marT="216000" marB="216000"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9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4537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77;p4">
            <a:extLst>
              <a:ext uri="{FF2B5EF4-FFF2-40B4-BE49-F238E27FC236}">
                <a16:creationId xmlns:a16="http://schemas.microsoft.com/office/drawing/2014/main" id="{44F0D469-BD89-4FEE-85D3-862CFE6E82FA}"/>
              </a:ext>
            </a:extLst>
          </p:cNvPr>
          <p:cNvSpPr/>
          <p:nvPr/>
        </p:nvSpPr>
        <p:spPr>
          <a:xfrm>
            <a:off x="1382067" y="1090255"/>
            <a:ext cx="587693" cy="58769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altLang="ko-KR" sz="2200" dirty="0">
                <a:solidFill>
                  <a:schemeClr val="tx2"/>
                </a:solidFill>
                <a:latin typeface="+mj-ea"/>
                <a:ea typeface="+mj-ea"/>
              </a:rPr>
              <a:t>Ⅱ</a:t>
            </a:r>
            <a:endParaRPr sz="2200" dirty="0">
              <a:solidFill>
                <a:schemeClr val="tx2"/>
              </a:solidFill>
              <a:latin typeface="+mj-ea"/>
              <a:ea typeface="+mj-ea"/>
              <a:sym typeface="Arial"/>
            </a:endParaRPr>
          </a:p>
        </p:txBody>
      </p:sp>
      <p:sp>
        <p:nvSpPr>
          <p:cNvPr id="4" name="Google Shape;78;p4">
            <a:extLst>
              <a:ext uri="{FF2B5EF4-FFF2-40B4-BE49-F238E27FC236}">
                <a16:creationId xmlns:a16="http://schemas.microsoft.com/office/drawing/2014/main" id="{FEC4E9F8-9F54-4403-818E-7B2AA489689F}"/>
              </a:ext>
            </a:extLst>
          </p:cNvPr>
          <p:cNvSpPr txBox="1"/>
          <p:nvPr/>
        </p:nvSpPr>
        <p:spPr>
          <a:xfrm>
            <a:off x="2159000" y="1128068"/>
            <a:ext cx="539442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ko-KR" altLang="en-US" sz="2800" b="1" dirty="0">
                <a:solidFill>
                  <a:schemeClr val="lt1"/>
                </a:solidFill>
                <a:latin typeface="+mn-ea"/>
                <a:sym typeface="Arial"/>
              </a:rPr>
              <a:t>진단 결과 및 개선 방안</a:t>
            </a:r>
            <a:r>
              <a:rPr lang="en-US" altLang="ko-KR" sz="2800" b="1" dirty="0">
                <a:solidFill>
                  <a:schemeClr val="lt1"/>
                </a:solidFill>
                <a:latin typeface="+mn-ea"/>
                <a:sym typeface="Arial"/>
              </a:rPr>
              <a:t>(</a:t>
            </a:r>
            <a:r>
              <a:rPr lang="ko-KR" altLang="en-US" sz="2800" b="1" dirty="0">
                <a:solidFill>
                  <a:schemeClr val="lt1"/>
                </a:solidFill>
                <a:latin typeface="+mn-ea"/>
                <a:sym typeface="Arial"/>
              </a:rPr>
              <a:t>국문</a:t>
            </a:r>
            <a:r>
              <a:rPr lang="en-US" altLang="ko-KR" sz="2800" b="1" dirty="0">
                <a:solidFill>
                  <a:schemeClr val="lt1"/>
                </a:solidFill>
                <a:latin typeface="+mn-ea"/>
                <a:sym typeface="Arial"/>
              </a:rPr>
              <a:t>)</a:t>
            </a:r>
            <a:endParaRPr b="1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7B09DC-00E1-488A-95EB-DE5320F5DD89}"/>
              </a:ext>
            </a:extLst>
          </p:cNvPr>
          <p:cNvSpPr txBox="1"/>
          <p:nvPr/>
        </p:nvSpPr>
        <p:spPr>
          <a:xfrm>
            <a:off x="2159001" y="2184851"/>
            <a:ext cx="30104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0000" indent="-360000">
              <a:spcAft>
                <a:spcPts val="1000"/>
              </a:spcAft>
              <a:buFont typeface="+mj-lt"/>
              <a:buAutoNum type="arabicPeriod"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전문가 진단 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</a:rPr>
              <a:t>- </a:t>
            </a: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</a:rPr>
              <a:t>개선 방안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6560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공통 </a:t>
            </a:r>
            <a:r>
              <a:rPr lang="en-US" altLang="ko-KR" dirty="0"/>
              <a:t>&gt; </a:t>
            </a:r>
            <a:r>
              <a:rPr lang="ko-KR" altLang="en-US" dirty="0"/>
              <a:t>검색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</a:t>
            </a:r>
            <a:endParaRPr lang="ko-KR" altLang="en-US" dirty="0"/>
          </a:p>
        </p:txBody>
      </p:sp>
      <p:sp>
        <p:nvSpPr>
          <p:cNvPr id="25" name="텍스트 개체 틀 6">
            <a:extLst>
              <a:ext uri="{FF2B5EF4-FFF2-40B4-BE49-F238E27FC236}">
                <a16:creationId xmlns:a16="http://schemas.microsoft.com/office/drawing/2014/main" id="{55B958A1-1A68-4FAF-8CB7-311180C151AE}"/>
              </a:ext>
            </a:extLst>
          </p:cNvPr>
          <p:cNvSpPr txBox="1">
            <a:spLocks/>
          </p:cNvSpPr>
          <p:nvPr/>
        </p:nvSpPr>
        <p:spPr>
          <a:xfrm>
            <a:off x="631420" y="2266523"/>
            <a:ext cx="4105275" cy="1030036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ko-KR" alt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ea"/>
              </a:rPr>
              <a:t>인디케이터 컨트롤</a:t>
            </a:r>
            <a:r>
              <a:rPr lang="en-US" altLang="ko-KR" dirty="0">
                <a:latin typeface="+mn-ea"/>
              </a:rPr>
              <a:t>(#</a:t>
            </a:r>
            <a:r>
              <a:rPr lang="en-US" altLang="ko-KR" u="none" strike="noStrike" cap="none" dirty="0">
                <a:latin typeface="+mn-ea"/>
              </a:rPr>
              <a:t> BFBFBF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과 배경</a:t>
            </a:r>
            <a:r>
              <a:rPr lang="en-US" altLang="ko-KR" dirty="0">
                <a:latin typeface="+mn-ea"/>
              </a:rPr>
              <a:t>(# FFFFFF) </a:t>
            </a:r>
            <a:r>
              <a:rPr lang="ko-KR" altLang="en-US" dirty="0">
                <a:latin typeface="+mn-ea"/>
              </a:rPr>
              <a:t>간 명도대비가 </a:t>
            </a:r>
            <a:r>
              <a:rPr lang="en-US" altLang="ko-KR" dirty="0">
                <a:latin typeface="+mn-ea"/>
              </a:rPr>
              <a:t>1.1 : 1</a:t>
            </a:r>
            <a:r>
              <a:rPr lang="ko-KR" altLang="en-US" dirty="0">
                <a:latin typeface="+mn-ea"/>
              </a:rPr>
              <a:t>로 최소 명도대비 기준을 충족하지 않음</a:t>
            </a:r>
          </a:p>
          <a:p>
            <a:r>
              <a:rPr lang="ko-KR" altLang="en-US" dirty="0">
                <a:latin typeface="+mn-ea"/>
              </a:rPr>
              <a:t>명도대비 기준을 충족하도록 텍스트 색상을 변경해야 함</a:t>
            </a:r>
          </a:p>
        </p:txBody>
      </p:sp>
      <p:sp>
        <p:nvSpPr>
          <p:cNvPr id="13" name="텍스트 개체 틀 5">
            <a:extLst>
              <a:ext uri="{FF2B5EF4-FFF2-40B4-BE49-F238E27FC236}">
                <a16:creationId xmlns:a16="http://schemas.microsoft.com/office/drawing/2014/main" id="{CDE99B3E-602C-5EB4-DB26-202F70116C0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65556" y="1434504"/>
            <a:ext cx="6613524" cy="338400"/>
          </a:xfrm>
        </p:spPr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32C424F-D305-6DDA-FEDC-4ED144ABC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7000" y="3376319"/>
            <a:ext cx="3101987" cy="6481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98A52FE1-05CB-579A-A04F-2431B301140B}"/>
              </a:ext>
            </a:extLst>
          </p:cNvPr>
          <p:cNvGrpSpPr/>
          <p:nvPr/>
        </p:nvGrpSpPr>
        <p:grpSpPr>
          <a:xfrm>
            <a:off x="6625195" y="4437000"/>
            <a:ext cx="1261308" cy="468142"/>
            <a:chOff x="5779692" y="6114196"/>
            <a:chExt cx="1261308" cy="468142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6120C73-6AF9-0441-7DF1-CB349FAD573F}"/>
                </a:ext>
              </a:extLst>
            </p:cNvPr>
            <p:cNvSpPr txBox="1"/>
            <p:nvPr/>
          </p:nvSpPr>
          <p:spPr>
            <a:xfrm>
              <a:off x="5779692" y="6114197"/>
              <a:ext cx="576046" cy="211203"/>
            </a:xfrm>
            <a:prstGeom prst="rect">
              <a:avLst/>
            </a:prstGeom>
            <a:solidFill>
              <a:srgbClr val="BFBFBF"/>
            </a:solidFill>
            <a:ln>
              <a:solidFill>
                <a:srgbClr val="B0ACBB"/>
              </a:solidFill>
            </a:ln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dirty="0"/>
                <a:t>#</a:t>
              </a:r>
              <a:r>
                <a:rPr lang="en-US" altLang="ko-KR" sz="900" u="none" strike="noStrike" cap="none" dirty="0"/>
                <a:t>BFBFBF</a:t>
              </a:r>
              <a:endParaRPr lang="ko-KR" altLang="en-US" sz="9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69B977E-24D9-0495-A0DE-2C72163AF95A}"/>
                </a:ext>
              </a:extLst>
            </p:cNvPr>
            <p:cNvSpPr txBox="1"/>
            <p:nvPr/>
          </p:nvSpPr>
          <p:spPr>
            <a:xfrm>
              <a:off x="6487396" y="6114196"/>
              <a:ext cx="521544" cy="211203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dirty="0"/>
                <a:t>#FFFFFF</a:t>
              </a:r>
              <a:endParaRPr lang="ko-KR" altLang="en-US" sz="9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D35073E-BF58-3A30-D846-078E955FC2F1}"/>
                </a:ext>
              </a:extLst>
            </p:cNvPr>
            <p:cNvSpPr txBox="1"/>
            <p:nvPr/>
          </p:nvSpPr>
          <p:spPr>
            <a:xfrm>
              <a:off x="5910032" y="6289950"/>
              <a:ext cx="1130968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300" dirty="0"/>
                <a:t>1.1     :       1</a:t>
              </a:r>
              <a:endParaRPr lang="ko-KR" altLang="en-US" sz="1300" dirty="0"/>
            </a:p>
          </p:txBody>
        </p:sp>
      </p:grpSp>
      <p:sp>
        <p:nvSpPr>
          <p:cNvPr id="8" name="텍스트 개체 틀 4">
            <a:extLst>
              <a:ext uri="{FF2B5EF4-FFF2-40B4-BE49-F238E27FC236}">
                <a16:creationId xmlns:a16="http://schemas.microsoft.com/office/drawing/2014/main" id="{D0EFA34D-11CE-ADC7-DC27-6F1DB8FE40A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65556" y="1225704"/>
            <a:ext cx="8224519" cy="208800"/>
          </a:xfrm>
        </p:spPr>
        <p:txBody>
          <a:bodyPr/>
          <a:lstStyle/>
          <a:p>
            <a:r>
              <a:rPr lang="en-US" altLang="ko-KR" dirty="0">
                <a:latin typeface="+mn-ea"/>
              </a:rPr>
              <a:t>1.4.3 (</a:t>
            </a:r>
            <a:r>
              <a:rPr lang="ko-KR" altLang="en-US" dirty="0">
                <a:latin typeface="+mn-ea"/>
              </a:rPr>
              <a:t>자동 재생 금지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자동으로 소리가 재생되지 않아야 한다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42E63076-BD95-5359-E46E-B24D6CA84C04}"/>
              </a:ext>
            </a:extLst>
          </p:cNvPr>
          <p:cNvGrpSpPr/>
          <p:nvPr/>
        </p:nvGrpSpPr>
        <p:grpSpPr>
          <a:xfrm>
            <a:off x="650569" y="5039674"/>
            <a:ext cx="4104000" cy="692718"/>
            <a:chOff x="631825" y="4319397"/>
            <a:chExt cx="4104000" cy="69271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82D5F6C-D43D-C427-DAD2-94F593565150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588210B7-5981-AD62-D2BA-3C3DAF292AFD}"/>
                </a:ext>
              </a:extLst>
            </p:cNvPr>
            <p:cNvSpPr/>
            <p:nvPr/>
          </p:nvSpPr>
          <p:spPr>
            <a:xfrm>
              <a:off x="631825" y="4530600"/>
              <a:ext cx="4104000" cy="48151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/*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css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*/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input::placeholder { color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: #8f8f8f;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}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3092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공통 </a:t>
            </a:r>
            <a:r>
              <a:rPr lang="en-US" altLang="ko-KR" dirty="0"/>
              <a:t>&gt; </a:t>
            </a:r>
            <a:r>
              <a:rPr lang="ko-KR" altLang="en-US" dirty="0"/>
              <a:t>탭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1.4.1 (</a:t>
            </a:r>
            <a:r>
              <a:rPr lang="ko-KR" altLang="en-US" dirty="0"/>
              <a:t>색에 무관한 콘텐츠 인식</a:t>
            </a:r>
            <a:r>
              <a:rPr lang="en-US" altLang="ko-KR" dirty="0"/>
              <a:t>) </a:t>
            </a:r>
            <a:r>
              <a:rPr lang="ko-KR" altLang="en-US" dirty="0"/>
              <a:t>콘텐츠는 색에 관계없이 인식될 수 있어야 한다</a:t>
            </a:r>
            <a:r>
              <a:rPr lang="en-US" altLang="ko-KR" dirty="0"/>
              <a:t>.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23" name="텍스트 개체 틀 6">
            <a:extLst>
              <a:ext uri="{FF2B5EF4-FFF2-40B4-BE49-F238E27FC236}">
                <a16:creationId xmlns:a16="http://schemas.microsoft.com/office/drawing/2014/main" id="{6A6A6D37-9ACD-E04D-C3B5-1C2A7395CE8E}"/>
              </a:ext>
            </a:extLst>
          </p:cNvPr>
          <p:cNvSpPr txBox="1">
            <a:spLocks/>
          </p:cNvSpPr>
          <p:nvPr/>
        </p:nvSpPr>
        <p:spPr>
          <a:xfrm>
            <a:off x="631420" y="2266523"/>
            <a:ext cx="4105275" cy="1030036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ko-KR" alt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선택된 상태에 대한 정보를 색상 이외의 수단으로 구분할 수 있는 단서</a:t>
            </a:r>
            <a:r>
              <a:rPr lang="en-US" altLang="ko-KR" dirty="0"/>
              <a:t>(</a:t>
            </a:r>
            <a:r>
              <a:rPr lang="ko-KR" altLang="en-US" dirty="0"/>
              <a:t>밑줄</a:t>
            </a:r>
            <a:r>
              <a:rPr lang="en-US" altLang="ko-KR" dirty="0"/>
              <a:t>,  </a:t>
            </a:r>
            <a:r>
              <a:rPr lang="ko-KR" altLang="en-US" dirty="0"/>
              <a:t>크기 차이</a:t>
            </a:r>
            <a:r>
              <a:rPr lang="en-US" altLang="ko-KR" dirty="0"/>
              <a:t>, 1px </a:t>
            </a:r>
            <a:r>
              <a:rPr lang="ko-KR" altLang="en-US" dirty="0"/>
              <a:t>이상의 테두리 차이</a:t>
            </a:r>
            <a:r>
              <a:rPr lang="en-US" altLang="ko-KR" dirty="0"/>
              <a:t>, </a:t>
            </a:r>
            <a:r>
              <a:rPr lang="ko-KR" altLang="en-US" dirty="0" err="1"/>
              <a:t>표식자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를 제공해야 함</a:t>
            </a:r>
          </a:p>
          <a:p>
            <a:r>
              <a:rPr lang="ko-KR" altLang="en-US" dirty="0"/>
              <a:t>색상만으로 구분하고자 할 경우 </a:t>
            </a:r>
            <a:r>
              <a:rPr lang="en-US" altLang="ko-KR" dirty="0"/>
              <a:t>7:1</a:t>
            </a:r>
            <a:r>
              <a:rPr lang="ko-KR" altLang="en-US" dirty="0"/>
              <a:t>이상의 명도대비를 만족해야 함</a:t>
            </a: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47469B8-426B-650D-9403-4C549D567F23}"/>
              </a:ext>
            </a:extLst>
          </p:cNvPr>
          <p:cNvGrpSpPr/>
          <p:nvPr/>
        </p:nvGrpSpPr>
        <p:grpSpPr>
          <a:xfrm>
            <a:off x="633100" y="4954059"/>
            <a:ext cx="4104000" cy="1505248"/>
            <a:chOff x="631825" y="4319397"/>
            <a:chExt cx="4104000" cy="1505248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19EE364-F60E-F8C7-B985-B44172B65BF5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D5481EE-6DDE-B695-CCE3-A9829D0B240C}"/>
                </a:ext>
              </a:extLst>
            </p:cNvPr>
            <p:cNvSpPr/>
            <p:nvPr/>
          </p:nvSpPr>
          <p:spPr>
            <a:xfrm>
              <a:off x="631825" y="4530600"/>
              <a:ext cx="4104000" cy="129404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0" i="0" dirty="0">
                  <a:solidFill>
                    <a:srgbClr val="1F1F1F"/>
                  </a:solidFill>
                  <a:effectLst/>
                  <a:latin typeface="consolas" panose="020B0609020204030204" pitchFamily="49" charset="0"/>
                </a:rPr>
                <a:t>/* CSS */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0" i="0" dirty="0">
                  <a:solidFill>
                    <a:srgbClr val="1F1F1F"/>
                  </a:solidFill>
                  <a:effectLst/>
                  <a:latin typeface="consolas" panose="020B0609020204030204" pitchFamily="49" charset="0"/>
                </a:rPr>
                <a:t>.ant-dropdown-menu-item-selected, .ant-dropdown-menu-item-selected&gt;a, .ant-dropdown-menu-submenu-title-selected, .ant-dropdown-menu-submenu-title-selected&gt;a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0" i="0" dirty="0">
                  <a:solidFill>
                    <a:srgbClr val="1F1F1F"/>
                  </a:solidFill>
                  <a:effectLst/>
                  <a:latin typeface="consolas" panose="020B0609020204030204" pitchFamily="49" charset="0"/>
                </a:rPr>
                <a:t>    color: #027cc2;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0" i="0" dirty="0">
                  <a:solidFill>
                    <a:srgbClr val="1F1F1F"/>
                  </a:solidFill>
                  <a:effectLst/>
                  <a:latin typeface="consolas" panose="020B0609020204030204" pitchFamily="49" charset="0"/>
                </a:rPr>
                <a:t>    background-color: #e6faff;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0" i="0" dirty="0">
                  <a:solidFill>
                    <a:srgbClr val="1F1F1F"/>
                  </a:solidFill>
                  <a:effectLst/>
                  <a:latin typeface="consolas" panose="020B0609020204030204" pitchFamily="49" charset="0"/>
                </a:rPr>
                <a:t>    </a:t>
              </a:r>
              <a:r>
                <a:rPr lang="en-US" altLang="ko-KR" sz="800" b="1" i="0" dirty="0">
                  <a:solidFill>
                    <a:schemeClr val="tx2"/>
                  </a:solidFill>
                  <a:effectLst/>
                  <a:latin typeface="consolas" panose="020B0609020204030204" pitchFamily="49" charset="0"/>
                </a:rPr>
                <a:t>text-decoration-line: underline;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0" i="0" dirty="0">
                  <a:solidFill>
                    <a:srgbClr val="1F1F1F"/>
                  </a:solidFill>
                  <a:effectLst/>
                  <a:latin typeface="consolas" panose="020B0609020204030204" pitchFamily="49" charset="0"/>
                </a:rPr>
                <a:t>}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301E5DC5-E43B-15A9-6956-3451115694A1}"/>
              </a:ext>
            </a:extLst>
          </p:cNvPr>
          <p:cNvGrpSpPr/>
          <p:nvPr/>
        </p:nvGrpSpPr>
        <p:grpSpPr>
          <a:xfrm>
            <a:off x="633100" y="3331353"/>
            <a:ext cx="4104000" cy="1369826"/>
            <a:chOff x="631825" y="4319397"/>
            <a:chExt cx="4104000" cy="136982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ECB1B19-C20C-D7C6-2D6F-DAACFB2A36DD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0DDE477-737B-AB56-0AB5-CA20A2651775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b="0" i="0" dirty="0">
                  <a:solidFill>
                    <a:srgbClr val="1F1F1F"/>
                  </a:solidFill>
                  <a:effectLst/>
                  <a:latin typeface="consolas" panose="020B0609020204030204" pitchFamily="49" charset="0"/>
                </a:rPr>
                <a:t>/* CSS */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0" i="0" dirty="0">
                  <a:solidFill>
                    <a:srgbClr val="1F1F1F"/>
                  </a:solidFill>
                  <a:effectLst/>
                  <a:latin typeface="consolas" panose="020B0609020204030204" pitchFamily="49" charset="0"/>
                </a:rPr>
                <a:t>.ant-dropdown-menu-item-selected, .ant-dropdown-menu-item-selected&gt;a, .ant-dropdown-menu-submenu-title-selected, .ant-dropdown-menu-submenu-title-selected&gt;a {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0" i="0" dirty="0">
                  <a:solidFill>
                    <a:srgbClr val="1F1F1F"/>
                  </a:solidFill>
                  <a:effectLst/>
                  <a:latin typeface="consolas" panose="020B0609020204030204" pitchFamily="49" charset="0"/>
                </a:rPr>
                <a:t>    color: #027cc2;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0" i="0" dirty="0">
                  <a:solidFill>
                    <a:srgbClr val="1F1F1F"/>
                  </a:solidFill>
                  <a:effectLst/>
                  <a:latin typeface="consolas" panose="020B0609020204030204" pitchFamily="49" charset="0"/>
                </a:rPr>
                <a:t>    background-color: #e6faff;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b="0" i="0" dirty="0">
                  <a:solidFill>
                    <a:srgbClr val="1F1F1F"/>
                  </a:solidFill>
                  <a:effectLst/>
                  <a:latin typeface="consolas" panose="020B0609020204030204" pitchFamily="49" charset="0"/>
                </a:rPr>
                <a:t>}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81572668-45FE-A0C7-CF8A-25823FE17353}"/>
              </a:ext>
            </a:extLst>
          </p:cNvPr>
          <p:cNvGrpSpPr/>
          <p:nvPr/>
        </p:nvGrpSpPr>
        <p:grpSpPr>
          <a:xfrm>
            <a:off x="5379720" y="2739797"/>
            <a:ext cx="3714357" cy="3309504"/>
            <a:chOff x="5378953" y="2588646"/>
            <a:chExt cx="3714357" cy="3309504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F5DBDDD-3E04-711C-7C25-14554CFD36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6960"/>
            <a:stretch/>
          </p:blipFill>
          <p:spPr>
            <a:xfrm>
              <a:off x="7401000" y="2936330"/>
              <a:ext cx="1692310" cy="2961820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A35D218-F01E-0023-1C97-F107EFD8EE9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953" r="19467"/>
            <a:stretch/>
          </p:blipFill>
          <p:spPr>
            <a:xfrm>
              <a:off x="5378953" y="2936330"/>
              <a:ext cx="1576664" cy="2961820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3BE40B6-99D9-2ACE-5A52-DAD2414A1F95}"/>
                </a:ext>
              </a:extLst>
            </p:cNvPr>
            <p:cNvSpPr txBox="1"/>
            <p:nvPr/>
          </p:nvSpPr>
          <p:spPr>
            <a:xfrm>
              <a:off x="7947392" y="2588646"/>
              <a:ext cx="599523" cy="257369"/>
            </a:xfrm>
            <a:prstGeom prst="rect">
              <a:avLst/>
            </a:prstGeom>
            <a:noFill/>
          </p:spPr>
          <p:txBody>
            <a:bodyPr wrap="none" lIns="0" tIns="0" rIns="0" bIns="72000" rtlCol="0">
              <a:spAutoFit/>
            </a:bodyPr>
            <a:lstStyle/>
            <a:p>
              <a:pPr algn="l"/>
              <a:r>
                <a:rPr lang="ko-KR" altLang="en-US" sz="1200" dirty="0"/>
                <a:t>개선 방안</a:t>
              </a:r>
            </a:p>
          </p:txBody>
        </p:sp>
        <p:cxnSp>
          <p:nvCxnSpPr>
            <p:cNvPr id="31" name="연결선: 꺾임 30">
              <a:extLst>
                <a:ext uri="{FF2B5EF4-FFF2-40B4-BE49-F238E27FC236}">
                  <a16:creationId xmlns:a16="http://schemas.microsoft.com/office/drawing/2014/main" id="{0E1DBF5E-DE71-70FE-1529-A64B296C56EC}"/>
                </a:ext>
              </a:extLst>
            </p:cNvPr>
            <p:cNvCxnSpPr>
              <a:cxnSpLocks/>
              <a:stCxn id="32" idx="3"/>
              <a:endCxn id="33" idx="1"/>
            </p:cNvCxnSpPr>
            <p:nvPr/>
          </p:nvCxnSpPr>
          <p:spPr>
            <a:xfrm>
              <a:off x="6910754" y="4387646"/>
              <a:ext cx="592931" cy="0"/>
            </a:xfrm>
            <a:prstGeom prst="straightConnector1">
              <a:avLst/>
            </a:prstGeom>
            <a:ln w="254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1FAB7FC9-237B-DA29-9D04-4F1214AF2BC9}"/>
                </a:ext>
              </a:extLst>
            </p:cNvPr>
            <p:cNvSpPr/>
            <p:nvPr/>
          </p:nvSpPr>
          <p:spPr>
            <a:xfrm>
              <a:off x="5423816" y="4266292"/>
              <a:ext cx="1486938" cy="242708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C6BE0398-76EC-A73C-FD18-806F55A2AEA3}"/>
                </a:ext>
              </a:extLst>
            </p:cNvPr>
            <p:cNvSpPr/>
            <p:nvPr/>
          </p:nvSpPr>
          <p:spPr>
            <a:xfrm>
              <a:off x="7503685" y="4266292"/>
              <a:ext cx="1486938" cy="242708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4027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공통 </a:t>
            </a:r>
            <a:r>
              <a:rPr lang="en-US" altLang="ko-KR" dirty="0"/>
              <a:t>&gt; </a:t>
            </a:r>
            <a:r>
              <a:rPr lang="ko-KR" altLang="en-US" dirty="0"/>
              <a:t>탭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2.4.3  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7A34FBF-B332-2CDA-E5B1-DEEFB73F4951}"/>
              </a:ext>
            </a:extLst>
          </p:cNvPr>
          <p:cNvGrpSpPr/>
          <p:nvPr/>
        </p:nvGrpSpPr>
        <p:grpSpPr>
          <a:xfrm>
            <a:off x="650569" y="5039674"/>
            <a:ext cx="4104000" cy="1369826"/>
            <a:chOff x="631825" y="4319397"/>
            <a:chExt cx="4104000" cy="136982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42C635-F53A-00C7-D4FA-2C28CDB82214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B59CCEB-7BF1-8535-1B65-D006D3DC008C}"/>
                </a:ext>
              </a:extLst>
            </p:cNvPr>
            <p:cNvSpPr/>
            <p:nvPr/>
          </p:nvSpPr>
          <p:spPr>
            <a:xfrm>
              <a:off x="631825" y="4530600"/>
              <a:ext cx="4104000" cy="1158623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&lt;li class="ant-dropdown-menu-item ant-dropdown-menu-item-selected"&gt;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="…" </a:t>
              </a:r>
              <a:r>
                <a:rPr lang="en-US" altLang="ko-KR" sz="800" b="1" dirty="0">
                  <a:solidFill>
                    <a:schemeClr val="tx2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tx2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dirty="0">
                  <a:solidFill>
                    <a:schemeClr val="tx2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한국무위험지표금리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(KOFR)&lt;/a&gt;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985A91B-6ADC-1D87-8CAC-2AC18DA82954}"/>
              </a:ext>
            </a:extLst>
          </p:cNvPr>
          <p:cNvGrpSpPr/>
          <p:nvPr/>
        </p:nvGrpSpPr>
        <p:grpSpPr>
          <a:xfrm>
            <a:off x="631420" y="3331353"/>
            <a:ext cx="4104000" cy="1505248"/>
            <a:chOff x="631825" y="4319397"/>
            <a:chExt cx="4104000" cy="150524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FCE5825-10CC-217D-E108-CEC185769DF1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CB61741-FC95-25F6-0237-77D49EA27E18}"/>
                </a:ext>
              </a:extLst>
            </p:cNvPr>
            <p:cNvSpPr/>
            <p:nvPr/>
          </p:nvSpPr>
          <p:spPr>
            <a:xfrm>
              <a:off x="631825" y="4530600"/>
              <a:ext cx="4104000" cy="129404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&lt;li class="ant-dropdown-menu-item ant-dropdown-menu-item-selected"&gt;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="…"&gt;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한국무위험지표금리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(KOFR)&lt;/a&gt;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3" name="텍스트 개체 틀 6">
            <a:extLst>
              <a:ext uri="{FF2B5EF4-FFF2-40B4-BE49-F238E27FC236}">
                <a16:creationId xmlns:a16="http://schemas.microsoft.com/office/drawing/2014/main" id="{6A6A6D37-9ACD-E04D-C3B5-1C2A7395CE8E}"/>
              </a:ext>
            </a:extLst>
          </p:cNvPr>
          <p:cNvSpPr txBox="1">
            <a:spLocks/>
          </p:cNvSpPr>
          <p:nvPr/>
        </p:nvSpPr>
        <p:spPr>
          <a:xfrm>
            <a:off x="631420" y="2266523"/>
            <a:ext cx="4105275" cy="1214702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ko-KR" alt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사용자와의 상호작용에 따라 상태가 변경되는 컨트롤 요소의 상태 정보를 시각적으로만 구분함</a:t>
            </a:r>
          </a:p>
          <a:p>
            <a:r>
              <a:rPr lang="ko-KR" altLang="en-US" dirty="0"/>
              <a:t>스크린 리더가 사용할 수 있는 형태로 링크의 상태에 관한 부가 설명을 제공해야 함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53E7565-75C0-0B32-9D27-368318AD6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2498" y="2804904"/>
            <a:ext cx="2278080" cy="3312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92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공통 </a:t>
            </a:r>
            <a:r>
              <a:rPr lang="en-US" altLang="ko-KR" dirty="0"/>
              <a:t>&gt; </a:t>
            </a:r>
            <a:r>
              <a:rPr lang="ko-KR" altLang="en-US" dirty="0"/>
              <a:t>이미지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1.1.1  (</a:t>
            </a:r>
            <a:r>
              <a:rPr lang="ko-KR" altLang="en-US" dirty="0"/>
              <a:t>적절한 대체 텍스트 제공</a:t>
            </a:r>
            <a:r>
              <a:rPr lang="en-US" altLang="ko-KR" dirty="0"/>
              <a:t>) </a:t>
            </a:r>
            <a:r>
              <a:rPr lang="ko-KR" altLang="en-US" dirty="0"/>
              <a:t>텍스트 아닌 콘텐츠는 그 의미나 용도를 인식할 수 있도록 대체 텍스트를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5A86BBA-7A94-48CD-B535-19792F337E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030036"/>
          </a:xfrm>
        </p:spPr>
        <p:txBody>
          <a:bodyPr/>
          <a:lstStyle/>
          <a:p>
            <a:r>
              <a:rPr lang="en-US" altLang="ko-KR" b="0" i="0" dirty="0">
                <a:solidFill>
                  <a:srgbClr val="000000"/>
                </a:solidFill>
                <a:effectLst/>
              </a:rPr>
              <a:t>IR </a:t>
            </a:r>
            <a:r>
              <a:rPr lang="ko-KR" altLang="en-US" b="0" i="0" dirty="0">
                <a:solidFill>
                  <a:srgbClr val="000000"/>
                </a:solidFill>
                <a:effectLst/>
              </a:rPr>
              <a:t>기법으로 대체 텍스트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(</a:t>
            </a:r>
            <a:r>
              <a:rPr lang="ko-KR" altLang="en-US" b="0" i="0" dirty="0">
                <a:solidFill>
                  <a:srgbClr val="000000"/>
                </a:solidFill>
                <a:effectLst/>
              </a:rPr>
              <a:t>숨김 텍스트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)</a:t>
            </a:r>
            <a:r>
              <a:rPr lang="ko-KR" altLang="en-US" b="0" i="0" dirty="0">
                <a:solidFill>
                  <a:srgbClr val="000000"/>
                </a:solidFill>
                <a:effectLst/>
              </a:rPr>
              <a:t>를 제공하였으나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</a:rPr>
              <a:t>기존 이미지에 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alt</a:t>
            </a:r>
            <a:r>
              <a:rPr lang="ko-KR" altLang="en-US" b="0" i="0" dirty="0">
                <a:solidFill>
                  <a:srgbClr val="000000"/>
                </a:solidFill>
                <a:effectLst/>
              </a:rPr>
              <a:t>값이 존재하여</a:t>
            </a:r>
            <a:r>
              <a:rPr lang="ko-KR" altLang="en-US" dirty="0"/>
              <a:t> 대체 텍스트가</a:t>
            </a:r>
            <a:r>
              <a:rPr lang="ko-KR" altLang="en-US" b="0" i="0" dirty="0">
                <a:solidFill>
                  <a:srgbClr val="000000"/>
                </a:solidFill>
                <a:effectLst/>
              </a:rPr>
              <a:t> 두 번 </a:t>
            </a:r>
            <a:r>
              <a:rPr lang="ko-KR" altLang="en-US" dirty="0"/>
              <a:t>읽힘</a:t>
            </a:r>
            <a:endParaRPr lang="en-US" altLang="ko-KR" dirty="0"/>
          </a:p>
          <a:p>
            <a:r>
              <a:rPr lang="en-US" altLang="ko-KR" dirty="0"/>
              <a:t>alt</a:t>
            </a:r>
            <a:r>
              <a:rPr lang="ko-KR" altLang="en-US" dirty="0"/>
              <a:t>에 작성되어 있는 불필요한 내용을 제거해야 함</a:t>
            </a:r>
            <a:endParaRPr lang="en-US" altLang="ko-KR" dirty="0"/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3623E274-19C2-3522-1DCF-DE071A05BE02}"/>
              </a:ext>
            </a:extLst>
          </p:cNvPr>
          <p:cNvGrpSpPr/>
          <p:nvPr/>
        </p:nvGrpSpPr>
        <p:grpSpPr>
          <a:xfrm>
            <a:off x="633100" y="3349694"/>
            <a:ext cx="4104000" cy="1234405"/>
            <a:chOff x="633404" y="2845589"/>
            <a:chExt cx="4104000" cy="1234405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0C86A90C-CCC8-A283-E9F0-3D5243C06BD5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362501A-488C-34CF-66EF-BB6D1521490D}"/>
                </a:ext>
              </a:extLst>
            </p:cNvPr>
            <p:cNvSpPr/>
            <p:nvPr/>
          </p:nvSpPr>
          <p:spPr>
            <a:xfrm>
              <a:off x="633404" y="3056792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="/ko/images/chart/02-01-01-03_diagram01.png" class="chart"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alt="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전자증권제도 도입에 따른 기대효과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class="hidden"&gt;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&lt;h2&gt;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전자증권제도 도입에 따른 기대효과 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&lt;/h2&gt;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 ...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 </a:t>
              </a: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4386804B-8FB0-E673-FB44-323837812DE5}"/>
              </a:ext>
            </a:extLst>
          </p:cNvPr>
          <p:cNvGrpSpPr/>
          <p:nvPr/>
        </p:nvGrpSpPr>
        <p:grpSpPr>
          <a:xfrm>
            <a:off x="631825" y="4925465"/>
            <a:ext cx="4104000" cy="1234405"/>
            <a:chOff x="633404" y="2845589"/>
            <a:chExt cx="4104000" cy="1234405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5E1EA3A3-7F59-90EE-A3D6-C5724006EA25}"/>
                </a:ext>
              </a:extLst>
            </p:cNvPr>
            <p:cNvSpPr txBox="1"/>
            <p:nvPr/>
          </p:nvSpPr>
          <p:spPr>
            <a:xfrm>
              <a:off x="633708" y="2845589"/>
              <a:ext cx="50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endParaRPr lang="ko-KR" altLang="en-US" sz="900" dirty="0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E47C488-ADFD-2EE5-0777-0D830CC14F78}"/>
                </a:ext>
              </a:extLst>
            </p:cNvPr>
            <p:cNvSpPr/>
            <p:nvPr/>
          </p:nvSpPr>
          <p:spPr>
            <a:xfrm>
              <a:off x="633404" y="3056792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="/ko/images/chart/02-01-01-03_diagram01.png" class="chart"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alt=""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class="hidden"&gt;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&lt;h2&gt;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전자증권제도 도입에 따른 기대효과 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&lt;/h2&gt;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 ...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 </a:t>
              </a: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8CAFDD0E-563E-9E70-08C4-254CEE053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709" y="4595636"/>
            <a:ext cx="2517656" cy="189406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5942257-7B68-27AB-2C8C-54EBD2A80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709" y="2236511"/>
            <a:ext cx="2509011" cy="22674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88863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공통 </a:t>
            </a:r>
            <a:r>
              <a:rPr lang="en-US" altLang="ko-KR" dirty="0"/>
              <a:t>&gt; </a:t>
            </a:r>
            <a:r>
              <a:rPr lang="ko-KR" altLang="en-US" dirty="0"/>
              <a:t>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1.3.1 (</a:t>
            </a:r>
            <a:r>
              <a:rPr lang="ko-KR" altLang="en-US" dirty="0"/>
              <a:t>표의 구성</a:t>
            </a:r>
            <a:r>
              <a:rPr lang="en-US" altLang="ko-KR" dirty="0"/>
              <a:t>) </a:t>
            </a:r>
            <a:r>
              <a:rPr lang="ko-KR" altLang="en-US" dirty="0"/>
              <a:t>표는 이해하기 쉽게 구성해야 한다</a:t>
            </a:r>
            <a:r>
              <a:rPr lang="en-US" altLang="ko-KR" dirty="0"/>
              <a:t>.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B2CC00-062B-4B31-9F45-44F66D77E1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4074"/>
          </a:xfrm>
        </p:spPr>
        <p:txBody>
          <a:bodyPr/>
          <a:lstStyle/>
          <a:p>
            <a:r>
              <a:rPr lang="ko-KR" altLang="en-US" dirty="0"/>
              <a:t>제목 셀에 </a:t>
            </a:r>
            <a:r>
              <a:rPr lang="en-US" altLang="ko-KR" dirty="0"/>
              <a:t>scope </a:t>
            </a:r>
            <a:r>
              <a:rPr lang="ko-KR" altLang="en-US" dirty="0"/>
              <a:t>속성을 선언하여 스크린 리더 사용자가 데이터 셀에 포함된 값</a:t>
            </a:r>
            <a:r>
              <a:rPr lang="en-US" altLang="ko-KR" dirty="0"/>
              <a:t>/</a:t>
            </a:r>
            <a:r>
              <a:rPr lang="ko-KR" altLang="en-US" dirty="0"/>
              <a:t>정보의 의미를 이해할 수 있도록 해야 함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7A34FBF-B332-2CDA-E5B1-DEEFB73F4951}"/>
              </a:ext>
            </a:extLst>
          </p:cNvPr>
          <p:cNvGrpSpPr/>
          <p:nvPr/>
        </p:nvGrpSpPr>
        <p:grpSpPr>
          <a:xfrm>
            <a:off x="650569" y="5039674"/>
            <a:ext cx="4104000" cy="1234405"/>
            <a:chOff x="631825" y="4319397"/>
            <a:chExt cx="4104000" cy="12344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42C635-F53A-00C7-D4FA-2C28CDB82214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B59CCEB-7BF1-8535-1B65-D006D3DC008C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thead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class="ant-table-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thead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&lt;tr&gt;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  <a:ea typeface="SpoqaHanSans-Regular" panose="020B0500000000000000" pitchFamily="50" charset="-127"/>
                </a:rPr>
                <a:t>scope="col"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class="ant-table-expand-icon-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title=""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rowspan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985A91B-6ADC-1D87-8CAC-2AC18DA82954}"/>
              </a:ext>
            </a:extLst>
          </p:cNvPr>
          <p:cNvGrpSpPr/>
          <p:nvPr/>
        </p:nvGrpSpPr>
        <p:grpSpPr>
          <a:xfrm>
            <a:off x="631825" y="3727186"/>
            <a:ext cx="4104000" cy="1098983"/>
            <a:chOff x="631825" y="4319397"/>
            <a:chExt cx="4104000" cy="109898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FCE5825-10CC-217D-E108-CEC185769DF1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CB61741-FC95-25F6-0237-77D49EA27E18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thead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class="ant-table-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thead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&lt;tr&gt;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class="ant-table-expand-icon-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title=""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rowspan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="1"&gt;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th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34D7049A-84F2-8D43-E93D-EDF74CD24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190" y="2358678"/>
            <a:ext cx="3780810" cy="51344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9735174-F76E-6E48-4EF1-55AF7BC10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190" y="3013198"/>
            <a:ext cx="3780810" cy="221580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FE50F2F-5142-5601-35B0-FC44DEEB0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190" y="5330698"/>
            <a:ext cx="3780810" cy="83430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0981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공통 </a:t>
            </a:r>
            <a:r>
              <a:rPr lang="en-US" altLang="ko-KR" dirty="0"/>
              <a:t>&gt; </a:t>
            </a:r>
            <a:r>
              <a:rPr lang="ko-KR" altLang="en-US" dirty="0"/>
              <a:t>서브메뉴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https://ksd.or.kr/ko/about-ksd/ceo/ceo-photo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2.4.3  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B2CC00-062B-4B31-9F45-44F66D77E1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사용자와의 상호작용에 따라 상태가 변경되는 컨트롤 요소의 상태 정보를 시각적으로만 구분함</a:t>
            </a:r>
          </a:p>
          <a:p>
            <a:r>
              <a:rPr lang="ko-KR" altLang="en-US" dirty="0"/>
              <a:t>스크린 리더가 사용할 수 있는 형태로 링크의 상태에 관한 부가 설명을 제공해야 함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7A34FBF-B332-2CDA-E5B1-DEEFB73F4951}"/>
              </a:ext>
            </a:extLst>
          </p:cNvPr>
          <p:cNvGrpSpPr/>
          <p:nvPr/>
        </p:nvGrpSpPr>
        <p:grpSpPr>
          <a:xfrm>
            <a:off x="611865" y="4992397"/>
            <a:ext cx="4104000" cy="1505248"/>
            <a:chOff x="631825" y="4319397"/>
            <a:chExt cx="4104000" cy="1505248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42C635-F53A-00C7-D4FA-2C28CDB82214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B59CCEB-7BF1-8535-1B65-D006D3DC008C}"/>
                </a:ext>
              </a:extLst>
            </p:cNvPr>
            <p:cNvSpPr/>
            <p:nvPr/>
          </p:nvSpPr>
          <p:spPr>
            <a:xfrm>
              <a:off x="631825" y="4530600"/>
              <a:ext cx="4104000" cy="129404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class="ant-menu header-menu ant-menu-light ant-menu-root ant-menu-horizontal"&gt;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&lt;li class="ant-menu-item ant-menu-item-selected"&gt;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&lt;a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class="header-menu-link"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="/ko/information-disclosure/information-disclosure-system/open-info-guide/open-info-overview"&gt;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정보공개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&lt;/li&gt;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985A91B-6ADC-1D87-8CAC-2AC18DA82954}"/>
              </a:ext>
            </a:extLst>
          </p:cNvPr>
          <p:cNvGrpSpPr/>
          <p:nvPr/>
        </p:nvGrpSpPr>
        <p:grpSpPr>
          <a:xfrm>
            <a:off x="633404" y="3281265"/>
            <a:ext cx="4104000" cy="1505248"/>
            <a:chOff x="631825" y="4319397"/>
            <a:chExt cx="4104000" cy="1505248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FCE5825-10CC-217D-E108-CEC185769DF1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CB61741-FC95-25F6-0237-77D49EA27E18}"/>
                </a:ext>
              </a:extLst>
            </p:cNvPr>
            <p:cNvSpPr/>
            <p:nvPr/>
          </p:nvSpPr>
          <p:spPr>
            <a:xfrm>
              <a:off x="631825" y="4530600"/>
              <a:ext cx="4104000" cy="1294045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class="ant-menu header-menu ant-menu-light ant-menu-root ant-menu-horizontal"&gt;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&lt;li class="ant-menu-item ant-menu-item-selected"&gt;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&lt;a class="header-menu-link"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="/ko/information-disclosure/information-disclosure-system/open-info-guide/open-info-overview"&gt;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정보공개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&lt;/li&gt;</a:t>
              </a: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D48C5A9-FBDB-43B4-B305-C6B9455B2238}"/>
              </a:ext>
            </a:extLst>
          </p:cNvPr>
          <p:cNvGrpSpPr/>
          <p:nvPr/>
        </p:nvGrpSpPr>
        <p:grpSpPr>
          <a:xfrm>
            <a:off x="5167322" y="3645000"/>
            <a:ext cx="4105274" cy="1250950"/>
            <a:chOff x="5526029" y="3797916"/>
            <a:chExt cx="3391017" cy="103330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039554F-9446-8FFF-7D83-925F43FFC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26029" y="3797916"/>
              <a:ext cx="3391017" cy="1033303"/>
            </a:xfrm>
            <a:prstGeom prst="rect">
              <a:avLst/>
            </a:prstGeom>
          </p:spPr>
        </p:pic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8635C8A0-A823-49A0-45CB-D0A1D88154C3}"/>
                </a:ext>
              </a:extLst>
            </p:cNvPr>
            <p:cNvSpPr/>
            <p:nvPr/>
          </p:nvSpPr>
          <p:spPr>
            <a:xfrm>
              <a:off x="7185000" y="3834822"/>
              <a:ext cx="287496" cy="145859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230351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메인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25" name="텍스트 개체 틀 6">
            <a:extLst>
              <a:ext uri="{FF2B5EF4-FFF2-40B4-BE49-F238E27FC236}">
                <a16:creationId xmlns:a16="http://schemas.microsoft.com/office/drawing/2014/main" id="{55B958A1-1A68-4FAF-8CB7-311180C151AE}"/>
              </a:ext>
            </a:extLst>
          </p:cNvPr>
          <p:cNvSpPr txBox="1">
            <a:spLocks/>
          </p:cNvSpPr>
          <p:nvPr/>
        </p:nvSpPr>
        <p:spPr>
          <a:xfrm>
            <a:off x="631420" y="2266523"/>
            <a:ext cx="4105275" cy="1265998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ko-KR" alt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>
                <a:latin typeface="+mn-ea"/>
              </a:rPr>
              <a:t>인디케이터 컨트롤</a:t>
            </a:r>
            <a:r>
              <a:rPr lang="en-US" altLang="ko-KR" dirty="0">
                <a:latin typeface="+mn-ea"/>
              </a:rPr>
              <a:t>(#</a:t>
            </a:r>
            <a:r>
              <a:rPr lang="en-US" altLang="ko-KR" sz="1000" dirty="0">
                <a:latin typeface="+mn-ea"/>
              </a:rPr>
              <a:t>918BAC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과 배경</a:t>
            </a:r>
            <a:r>
              <a:rPr lang="en-US" altLang="ko-KR" dirty="0">
                <a:latin typeface="+mn-ea"/>
              </a:rPr>
              <a:t>(#</a:t>
            </a:r>
            <a:r>
              <a:rPr lang="en-US" altLang="ko-KR" sz="1000" dirty="0">
                <a:latin typeface="+mn-ea"/>
              </a:rPr>
              <a:t>5E558C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간 명도대비가 </a:t>
            </a:r>
            <a:r>
              <a:rPr lang="en-US" altLang="ko-KR" dirty="0">
                <a:latin typeface="+mn-ea"/>
              </a:rPr>
              <a:t>2.1 : 1</a:t>
            </a:r>
            <a:r>
              <a:rPr lang="ko-KR" altLang="en-US" dirty="0">
                <a:latin typeface="+mn-ea"/>
              </a:rPr>
              <a:t>로 최소 명도대비 기준을 충족하지 않음</a:t>
            </a:r>
          </a:p>
          <a:p>
            <a:r>
              <a:rPr lang="ko-KR" altLang="en-US" dirty="0">
                <a:latin typeface="+mn-ea"/>
              </a:rPr>
              <a:t>명도대비 기준을 충족하도록 텍스트 색상을 변경해야 함</a:t>
            </a:r>
            <a:endParaRPr lang="en-US" altLang="ko-KR" dirty="0">
              <a:latin typeface="+mn-ea"/>
            </a:endParaRPr>
          </a:p>
          <a:p>
            <a:r>
              <a:rPr lang="ko-KR" altLang="en-US" dirty="0">
                <a:latin typeface="+mn-ea"/>
              </a:rPr>
              <a:t>배너 디자인은 주관기관에서 수정 후 전달 필요</a:t>
            </a:r>
            <a:endParaRPr lang="en-US" altLang="ko-KR" dirty="0">
              <a:latin typeface="+mn-ea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5FDFC81-7C9E-514E-E7EE-CC8FA5017F94}"/>
              </a:ext>
            </a:extLst>
          </p:cNvPr>
          <p:cNvGrpSpPr>
            <a:grpSpLocks noChangeAspect="1"/>
          </p:cNvGrpSpPr>
          <p:nvPr/>
        </p:nvGrpSpPr>
        <p:grpSpPr>
          <a:xfrm>
            <a:off x="5468114" y="2345340"/>
            <a:ext cx="3506848" cy="2229423"/>
            <a:chOff x="5262152" y="3057959"/>
            <a:chExt cx="3918771" cy="2491296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410220BF-FF0E-714A-99D5-435F8035D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62152" y="3057959"/>
              <a:ext cx="3918771" cy="2491296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92004238-C5E9-A178-F814-C7531E24D6F0}"/>
                </a:ext>
              </a:extLst>
            </p:cNvPr>
            <p:cNvSpPr/>
            <p:nvPr/>
          </p:nvSpPr>
          <p:spPr>
            <a:xfrm>
              <a:off x="7041000" y="4581000"/>
              <a:ext cx="360000" cy="144000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93E98F5E-3AC4-20C7-5498-0C2BF64DB8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946" y="4807397"/>
            <a:ext cx="2809875" cy="1028700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60D8C37B-80A2-F2B6-B2FD-3DD3DD50BE34}"/>
              </a:ext>
            </a:extLst>
          </p:cNvPr>
          <p:cNvCxnSpPr>
            <a:cxnSpLocks/>
            <a:stCxn id="24" idx="1"/>
            <a:endCxn id="21" idx="1"/>
          </p:cNvCxnSpPr>
          <p:nvPr/>
        </p:nvCxnSpPr>
        <p:spPr>
          <a:xfrm rot="10800000" flipV="1">
            <a:off x="5891946" y="3772717"/>
            <a:ext cx="1168032" cy="1549029"/>
          </a:xfrm>
          <a:prstGeom prst="bentConnector3">
            <a:avLst>
              <a:gd name="adj1" fmla="val 119571"/>
            </a:avLst>
          </a:prstGeom>
          <a:ln w="254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E060ECB0-DE40-74AB-984F-99441B26A66C}"/>
              </a:ext>
            </a:extLst>
          </p:cNvPr>
          <p:cNvGrpSpPr/>
          <p:nvPr/>
        </p:nvGrpSpPr>
        <p:grpSpPr>
          <a:xfrm>
            <a:off x="6475961" y="5944933"/>
            <a:ext cx="1261308" cy="468142"/>
            <a:chOff x="5779692" y="6114196"/>
            <a:chExt cx="1261308" cy="468142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6A8A89B-B230-BF7B-E9D7-EED45920059A}"/>
                </a:ext>
              </a:extLst>
            </p:cNvPr>
            <p:cNvSpPr txBox="1"/>
            <p:nvPr/>
          </p:nvSpPr>
          <p:spPr>
            <a:xfrm>
              <a:off x="5779692" y="6114197"/>
              <a:ext cx="576046" cy="211203"/>
            </a:xfrm>
            <a:prstGeom prst="rect">
              <a:avLst/>
            </a:prstGeom>
            <a:solidFill>
              <a:srgbClr val="918BAC"/>
            </a:solidFill>
            <a:ln>
              <a:solidFill>
                <a:srgbClr val="B0ACBB"/>
              </a:solidFill>
            </a:ln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dirty="0"/>
                <a:t>#</a:t>
              </a:r>
              <a:r>
                <a:rPr lang="en-US" altLang="ko-KR" sz="900" u="none" strike="noStrike" cap="none" dirty="0"/>
                <a:t>918BAC</a:t>
              </a:r>
              <a:endParaRPr lang="ko-KR" altLang="en-US" sz="9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FE93628-C5BF-8377-6700-CFC7C19BDC03}"/>
                </a:ext>
              </a:extLst>
            </p:cNvPr>
            <p:cNvSpPr txBox="1"/>
            <p:nvPr/>
          </p:nvSpPr>
          <p:spPr>
            <a:xfrm>
              <a:off x="6487396" y="6114196"/>
              <a:ext cx="553604" cy="211203"/>
            </a:xfrm>
            <a:prstGeom prst="rect">
              <a:avLst/>
            </a:prstGeom>
            <a:solidFill>
              <a:srgbClr val="5E558C"/>
            </a:solidFill>
          </p:spPr>
          <p:txBody>
            <a:bodyPr wrap="none" lIns="36000" tIns="36000" rIns="36000" bIns="36000" rtlCol="0">
              <a:spAutoFit/>
            </a:bodyPr>
            <a:lstStyle/>
            <a:p>
              <a:r>
                <a:rPr lang="en-US" altLang="ko-KR" sz="900" dirty="0">
                  <a:solidFill>
                    <a:schemeClr val="bg1"/>
                  </a:solidFill>
                </a:rPr>
                <a:t>#</a:t>
              </a:r>
              <a:r>
                <a:rPr lang="en-US" altLang="ko-KR" sz="900" u="none" strike="noStrike" cap="none" dirty="0">
                  <a:solidFill>
                    <a:schemeClr val="bg1"/>
                  </a:solidFill>
                </a:rPr>
                <a:t>5E558C</a:t>
              </a:r>
              <a:endParaRPr lang="ko-KR" altLang="en-US" sz="900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D369B22-F523-FDAC-64CE-6B905EB8591A}"/>
                </a:ext>
              </a:extLst>
            </p:cNvPr>
            <p:cNvSpPr txBox="1"/>
            <p:nvPr/>
          </p:nvSpPr>
          <p:spPr>
            <a:xfrm>
              <a:off x="5910032" y="6289950"/>
              <a:ext cx="1130968" cy="2923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300" dirty="0"/>
                <a:t>2.1     :       1</a:t>
              </a:r>
              <a:endParaRPr lang="ko-KR" altLang="en-US" sz="1300" dirty="0"/>
            </a:p>
          </p:txBody>
        </p:sp>
      </p:grp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AADE8E3B-764F-C1B0-E6B1-F1DEA13F44B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1.4.3 (</a:t>
            </a:r>
            <a:r>
              <a:rPr lang="ko-KR" altLang="en-US" dirty="0"/>
              <a:t>자동 재생 금지</a:t>
            </a:r>
            <a:r>
              <a:rPr lang="en-US" altLang="ko-KR" dirty="0"/>
              <a:t>) </a:t>
            </a:r>
            <a:r>
              <a:rPr lang="ko-KR" altLang="en-US" dirty="0"/>
              <a:t>자동으로 소리가 재생되지 않아야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833069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e</a:t>
            </a:r>
            <a:r>
              <a:rPr lang="ko-KR" altLang="en-US" dirty="0"/>
              <a:t>서비스 </a:t>
            </a:r>
            <a:r>
              <a:rPr lang="en-US" altLang="ko-KR" dirty="0"/>
              <a:t>&gt; </a:t>
            </a:r>
            <a:r>
              <a:rPr lang="ko-KR" altLang="en-US" dirty="0"/>
              <a:t>소유자</a:t>
            </a:r>
            <a:r>
              <a:rPr lang="en-US" altLang="ko-KR" dirty="0"/>
              <a:t>(</a:t>
            </a:r>
            <a:r>
              <a:rPr lang="ko-KR" altLang="en-US" dirty="0"/>
              <a:t>실질주주</a:t>
            </a:r>
            <a:r>
              <a:rPr lang="en-US" altLang="ko-KR" dirty="0"/>
              <a:t>)</a:t>
            </a:r>
            <a:r>
              <a:rPr lang="ko-KR" altLang="en-US" dirty="0"/>
              <a:t>정보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https://ksd.or.kr/ko/certification/?menuId=KR_ESV_050000&amp;certType=OC&amp;type=individual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1.1.1  (</a:t>
            </a:r>
            <a:r>
              <a:rPr lang="ko-KR" altLang="en-US" dirty="0">
                <a:latin typeface="+mn-ea"/>
              </a:rPr>
              <a:t>적절한 대체 텍스트 제공</a:t>
            </a:r>
            <a:r>
              <a:rPr lang="en-US" altLang="ko-KR" dirty="0">
                <a:latin typeface="+mn-ea"/>
              </a:rPr>
              <a:t>) </a:t>
            </a:r>
            <a:r>
              <a:rPr lang="ko-KR" altLang="en-US" dirty="0">
                <a:latin typeface="+mn-ea"/>
              </a:rPr>
              <a:t>텍스트 아닌 콘텐츠는 그 의미나 용도를 인식할 수 있도록 대체 텍스트를 제공해야 한다</a:t>
            </a:r>
            <a:r>
              <a:rPr lang="en-US" altLang="ko-KR" dirty="0">
                <a:latin typeface="+mn-ea"/>
              </a:rPr>
              <a:t>.</a:t>
            </a:r>
            <a:endParaRPr lang="ko-KR" altLang="en-US" dirty="0">
              <a:latin typeface="+mn-ea"/>
            </a:endParaRP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8A19660-D8F2-D647-2F22-E1F1EF874F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65998"/>
          </a:xfrm>
        </p:spPr>
        <p:txBody>
          <a:bodyPr/>
          <a:lstStyle/>
          <a:p>
            <a:r>
              <a:rPr lang="ko-KR" altLang="en-US" dirty="0"/>
              <a:t>컨트롤 요소가 영어로 제공되어 컨트롤의 용도를 이해할 수 없음</a:t>
            </a:r>
            <a:endParaRPr lang="en-US" altLang="ko-KR" dirty="0"/>
          </a:p>
          <a:p>
            <a:r>
              <a:rPr lang="ko-KR" altLang="en-US" dirty="0"/>
              <a:t>컨트롤 요소는 웹 사이트의 </a:t>
            </a:r>
            <a:r>
              <a:rPr lang="ko-KR" altLang="en-US" dirty="0" err="1"/>
              <a:t>주언어</a:t>
            </a:r>
            <a:r>
              <a:rPr lang="en-US" altLang="ko-KR" dirty="0"/>
              <a:t>(</a:t>
            </a:r>
            <a:r>
              <a:rPr lang="ko-KR" altLang="en-US" dirty="0"/>
              <a:t>한글</a:t>
            </a:r>
            <a:r>
              <a:rPr lang="en-US" altLang="ko-KR" dirty="0"/>
              <a:t>)</a:t>
            </a:r>
            <a:r>
              <a:rPr lang="ko-KR" altLang="en-US" dirty="0"/>
              <a:t>와 일치하는 언어로 제공하여 스크린 리더 사용자들이 콘텐츠를 쉽게 이해할 수 있도록 수정해야 함</a:t>
            </a:r>
          </a:p>
          <a:p>
            <a:endParaRPr lang="ko-KR" altLang="en-US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48BF6C1-93C4-467A-65E8-3F845A7EDB87}"/>
              </a:ext>
            </a:extLst>
          </p:cNvPr>
          <p:cNvGrpSpPr/>
          <p:nvPr/>
        </p:nvGrpSpPr>
        <p:grpSpPr>
          <a:xfrm>
            <a:off x="5169000" y="3141000"/>
            <a:ext cx="4121011" cy="2353942"/>
            <a:chOff x="5223989" y="3141000"/>
            <a:chExt cx="4121011" cy="2353942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48C40C6C-BAA1-B2D8-C739-4BE5272FA8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223989" y="3141000"/>
              <a:ext cx="4121011" cy="2353942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A147FF0-C459-C167-798E-22DEB323D310}"/>
                </a:ext>
              </a:extLst>
            </p:cNvPr>
            <p:cNvSpPr/>
            <p:nvPr/>
          </p:nvSpPr>
          <p:spPr>
            <a:xfrm>
              <a:off x="8265000" y="3514420"/>
              <a:ext cx="216000" cy="202580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2C447A4-00C9-4FDB-843E-D38D4F1CD42C}"/>
              </a:ext>
            </a:extLst>
          </p:cNvPr>
          <p:cNvGrpSpPr/>
          <p:nvPr/>
        </p:nvGrpSpPr>
        <p:grpSpPr>
          <a:xfrm>
            <a:off x="631825" y="3961100"/>
            <a:ext cx="4104000" cy="1098983"/>
            <a:chOff x="633404" y="2845589"/>
            <a:chExt cx="4104000" cy="1098983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431DBAA-DF15-4516-9DCA-340E3A226414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71C0DF4-D8CA-4679-BC96-3A63E975FC3D}"/>
                </a:ext>
              </a:extLst>
            </p:cNvPr>
            <p:cNvSpPr/>
            <p:nvPr/>
          </p:nvSpPr>
          <p:spPr>
            <a:xfrm>
              <a:off x="633404" y="3056792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aria-label="Close"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class="ant-modal-close"&gt;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&lt;span class="ant-modal-close-x"&gt;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&lt;div&gt;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&lt;span class="hidden"&gt;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닫기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20A6876F-FFC6-C7A1-9C24-44F9A53283D4}"/>
              </a:ext>
            </a:extLst>
          </p:cNvPr>
          <p:cNvGrpSpPr/>
          <p:nvPr/>
        </p:nvGrpSpPr>
        <p:grpSpPr>
          <a:xfrm>
            <a:off x="632129" y="5282017"/>
            <a:ext cx="4104000" cy="1098983"/>
            <a:chOff x="633404" y="2845589"/>
            <a:chExt cx="4104000" cy="109898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E1446B6-C704-C03B-8D62-8F668A46C0A5}"/>
                </a:ext>
              </a:extLst>
            </p:cNvPr>
            <p:cNvSpPr txBox="1"/>
            <p:nvPr/>
          </p:nvSpPr>
          <p:spPr>
            <a:xfrm>
              <a:off x="633708" y="2845589"/>
              <a:ext cx="633123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/>
                <a:t>개선 방안</a:t>
              </a:r>
              <a:endParaRPr lang="ko-KR" altLang="en-US" sz="900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16BB574-567E-D761-B7FF-B9C48EA44DE6}"/>
                </a:ext>
              </a:extLst>
            </p:cNvPr>
            <p:cNvSpPr/>
            <p:nvPr/>
          </p:nvSpPr>
          <p:spPr>
            <a:xfrm>
              <a:off x="633404" y="3056792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&lt;button type="button"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aria-label="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닫기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class="ant-modal-close"&gt;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&lt;span class="ant-modal-close-x"&gt;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&lt;div&gt;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</a:t>
              </a:r>
              <a:r>
                <a:rPr lang="en-US" altLang="ko-KR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&lt;span class="hidden"&gt;</a:t>
              </a:r>
              <a:r>
                <a:rPr lang="ko-KR" altLang="en-US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닫기</a:t>
              </a:r>
              <a:r>
                <a:rPr lang="en-US" altLang="ko-KR" sz="800" b="1" strike="sngStrike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  <a:endParaRPr lang="ko-KR" altLang="en-US" sz="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57299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권리관리 </a:t>
            </a:r>
            <a:r>
              <a:rPr lang="en-US" altLang="ko-KR" dirty="0"/>
              <a:t>&gt; </a:t>
            </a:r>
            <a:r>
              <a:rPr lang="ko-KR" altLang="en-US" dirty="0"/>
              <a:t>유통시장지원 </a:t>
            </a:r>
            <a:r>
              <a:rPr lang="en-US" altLang="ko-KR" dirty="0"/>
              <a:t>&gt; </a:t>
            </a:r>
            <a:r>
              <a:rPr lang="ko-KR" altLang="en-US" dirty="0"/>
              <a:t>서비스안내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https://ksd.or.kr/ko/service-information/distribution-market-support/right-management/stock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2.4.3  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5A86BBA-7A94-48CD-B535-19792F337E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4074"/>
          </a:xfrm>
        </p:spPr>
        <p:txBody>
          <a:bodyPr/>
          <a:lstStyle/>
          <a:p>
            <a:r>
              <a:rPr lang="ko-KR" altLang="en-US" dirty="0"/>
              <a:t>링크 요소에 텍스트 또는 이름을 제공하여 보조 기술 사용자도 동등한 정보를 전달받을 수 있도록 해야 함</a:t>
            </a:r>
            <a:endParaRPr lang="en-US" altLang="ko-KR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A2C447A4-00C9-4FDB-843E-D38D4F1CD42C}"/>
              </a:ext>
            </a:extLst>
          </p:cNvPr>
          <p:cNvGrpSpPr/>
          <p:nvPr/>
        </p:nvGrpSpPr>
        <p:grpSpPr>
          <a:xfrm>
            <a:off x="632129" y="3673273"/>
            <a:ext cx="4104000" cy="964587"/>
            <a:chOff x="633404" y="2845589"/>
            <a:chExt cx="4104000" cy="96458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431DBAA-DF15-4516-9DCA-340E3A226414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871C0DF4-D8CA-4679-BC96-3A63E975FC3D}"/>
                </a:ext>
              </a:extLst>
            </p:cNvPr>
            <p:cNvSpPr/>
            <p:nvPr/>
          </p:nvSpPr>
          <p:spPr>
            <a:xfrm>
              <a:off x="633404" y="3056792"/>
              <a:ext cx="4104000" cy="753384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="/ko/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api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/download/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static?fileNm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=12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월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결산사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주총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협조문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및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안내문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.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hwp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class="ant-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down-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m-full-size-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&lt;span&gt;12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월 결산 정기주주총회 외국인의결권 행사 안내문 및 서식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</a:t>
              </a:r>
            </a:p>
          </p:txBody>
        </p:sp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F0E7F122-8C7E-3701-5A7A-CCCE44A9FB10}"/>
              </a:ext>
            </a:extLst>
          </p:cNvPr>
          <p:cNvGrpSpPr/>
          <p:nvPr/>
        </p:nvGrpSpPr>
        <p:grpSpPr>
          <a:xfrm>
            <a:off x="5205488" y="3143311"/>
            <a:ext cx="4032100" cy="1600464"/>
            <a:chOff x="5061000" y="3682961"/>
            <a:chExt cx="4320000" cy="1740536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7841AA55-CF3C-0006-861F-F1EA0DB1D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61000" y="3682961"/>
              <a:ext cx="4320000" cy="1733193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13E9B0E-55DC-C757-CC0B-9A5BB07BD92A}"/>
                </a:ext>
              </a:extLst>
            </p:cNvPr>
            <p:cNvSpPr/>
            <p:nvPr/>
          </p:nvSpPr>
          <p:spPr>
            <a:xfrm>
              <a:off x="5151470" y="5157001"/>
              <a:ext cx="1744991" cy="266496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FFF6C4F-F93B-08B8-396B-54F6248014C4}"/>
              </a:ext>
            </a:extLst>
          </p:cNvPr>
          <p:cNvGrpSpPr/>
          <p:nvPr/>
        </p:nvGrpSpPr>
        <p:grpSpPr>
          <a:xfrm>
            <a:off x="632129" y="5113064"/>
            <a:ext cx="4104000" cy="964587"/>
            <a:chOff x="633404" y="2845589"/>
            <a:chExt cx="4104000" cy="96458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BA6664E-3C4E-F191-9FB6-C78DD1BCEAE6}"/>
                </a:ext>
              </a:extLst>
            </p:cNvPr>
            <p:cNvSpPr txBox="1"/>
            <p:nvPr/>
          </p:nvSpPr>
          <p:spPr>
            <a:xfrm>
              <a:off x="633708" y="2845589"/>
              <a:ext cx="86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2650384-C510-6B65-FA19-6583FAF5309D}"/>
                </a:ext>
              </a:extLst>
            </p:cNvPr>
            <p:cNvSpPr/>
            <p:nvPr/>
          </p:nvSpPr>
          <p:spPr>
            <a:xfrm>
              <a:off x="633404" y="3056792"/>
              <a:ext cx="4104000" cy="753384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="/ko/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api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/download/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static?fileNm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=12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월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결산사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주총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협조문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및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안내문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.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hwp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class="ant-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down-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m-full-size-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파일 다운로드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&lt;span&gt;12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월 결산 정기주주총회 외국인의결권 행사 안내문 및 서식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7805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개인정보보호 </a:t>
            </a:r>
            <a:r>
              <a:rPr lang="en-US" altLang="ko-KR" dirty="0"/>
              <a:t>&gt; </a:t>
            </a:r>
            <a:r>
              <a:rPr lang="ko-KR" altLang="en-US" dirty="0"/>
              <a:t>고객센터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https://ksd.or.kr/ko/service-center/privacy/privacy-policy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2.4.3  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953B07E-4160-8760-EC10-39965AF8CAA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링크 텍스트만으로 목적을 이해하기 어려우므로 </a:t>
            </a:r>
            <a:r>
              <a:rPr lang="en-US" altLang="ko-KR" dirty="0"/>
              <a:t>title </a:t>
            </a:r>
            <a:r>
              <a:rPr lang="ko-KR" altLang="en-US" dirty="0"/>
              <a:t>속성을 활용하여 보조적인 설명을 제공해야 함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C0DECD6-6708-E1DC-4ED7-15F4BF2F8CC8}"/>
              </a:ext>
            </a:extLst>
          </p:cNvPr>
          <p:cNvGrpSpPr/>
          <p:nvPr/>
        </p:nvGrpSpPr>
        <p:grpSpPr>
          <a:xfrm>
            <a:off x="632129" y="3177881"/>
            <a:ext cx="4104000" cy="1100009"/>
            <a:chOff x="631825" y="4319397"/>
            <a:chExt cx="4104000" cy="110000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1EDB71-51B5-839A-255D-98E1890935DD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4778346-5910-5DD4-F752-5B9AF73B8852}"/>
                </a:ext>
              </a:extLst>
            </p:cNvPr>
            <p:cNvSpPr/>
            <p:nvPr/>
          </p:nvSpPr>
          <p:spPr>
            <a:xfrm>
              <a:off x="631825" y="4530600"/>
              <a:ext cx="4104000" cy="888806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title="[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개인정보 위탁현황 내역 보기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]"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="https://www.ksd.or.kr/ko/api/download/static?fileNm=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개인정보처리업무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위탁현황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.pdf"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rel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nofollow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data-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mce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="https://www.ksd.or.kr/ko/api/download/static?fileNm=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개인정보처리업무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위탁현황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.pdf"&gt;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2BF16CE-C644-48B8-E9A6-6CA9A38CD6F0}"/>
              </a:ext>
            </a:extLst>
          </p:cNvPr>
          <p:cNvGrpSpPr/>
          <p:nvPr/>
        </p:nvGrpSpPr>
        <p:grpSpPr>
          <a:xfrm>
            <a:off x="632129" y="4857279"/>
            <a:ext cx="4104000" cy="1100009"/>
            <a:chOff x="631825" y="4319397"/>
            <a:chExt cx="4104000" cy="110000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50C6A5-929F-9CA3-ECA6-2576483346F8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9B9A92-2B79-B423-0279-0B91E8864810}"/>
                </a:ext>
              </a:extLst>
            </p:cNvPr>
            <p:cNvSpPr/>
            <p:nvPr/>
          </p:nvSpPr>
          <p:spPr>
            <a:xfrm>
              <a:off x="631825" y="4530600"/>
              <a:ext cx="4104000" cy="888806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개인정보 제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3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자 제공 내역 파일 다운로드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="https://www.ksd.or.kr/ko/api/download/static?fileNm=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개인정보처리업무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위탁현황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.pdf"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rel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nofollow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data-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mce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="https://www.ksd.or.kr/ko/api/download/static?fileNm=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개인정보처리업무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위탁현황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.pdf"&gt;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D310F2C9-97DE-863D-32A7-88356B86B82F}"/>
              </a:ext>
            </a:extLst>
          </p:cNvPr>
          <p:cNvGrpSpPr/>
          <p:nvPr/>
        </p:nvGrpSpPr>
        <p:grpSpPr>
          <a:xfrm>
            <a:off x="5672573" y="2246825"/>
            <a:ext cx="3097930" cy="3210559"/>
            <a:chOff x="5292225" y="2306441"/>
            <a:chExt cx="3858626" cy="3998911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60E35FFB-04B0-DB12-4B3D-35256F1DED34}"/>
                </a:ext>
              </a:extLst>
            </p:cNvPr>
            <p:cNvGrpSpPr/>
            <p:nvPr/>
          </p:nvGrpSpPr>
          <p:grpSpPr>
            <a:xfrm>
              <a:off x="5292225" y="2306441"/>
              <a:ext cx="3858626" cy="3105880"/>
              <a:chOff x="5368664" y="2411120"/>
              <a:chExt cx="3858626" cy="3105880"/>
            </a:xfrm>
          </p:grpSpPr>
          <p:pic>
            <p:nvPicPr>
              <p:cNvPr id="15" name="그림 14">
                <a:extLst>
                  <a:ext uri="{FF2B5EF4-FFF2-40B4-BE49-F238E27FC236}">
                    <a16:creationId xmlns:a16="http://schemas.microsoft.com/office/drawing/2014/main" id="{71ADEDC9-A8D1-D1CC-01B3-6815A60E82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368664" y="4126710"/>
                <a:ext cx="3839239" cy="1390290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</p:pic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9DB10256-EE16-DB09-7E3D-B140630895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68665" y="2411120"/>
                <a:ext cx="3858625" cy="1591605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</p:pic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6879D898-346C-F58E-8889-4430E814A797}"/>
                  </a:ext>
                </a:extLst>
              </p:cNvPr>
              <p:cNvSpPr/>
              <p:nvPr/>
            </p:nvSpPr>
            <p:spPr>
              <a:xfrm>
                <a:off x="7257000" y="2872349"/>
                <a:ext cx="919609" cy="144000"/>
              </a:xfrm>
              <a:prstGeom prst="rect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08000" rIns="144000" bIns="108000" rtlCol="0" anchor="t">
                <a:noAutofit/>
              </a:bodyPr>
              <a:lstStyle/>
              <a:p>
                <a:pPr algn="l" defTabSz="144000">
                  <a:lnSpc>
                    <a:spcPct val="110000"/>
                  </a:lnSpc>
                </a:pPr>
                <a:endPara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F16A2CBB-A545-73CD-0E4A-CF76D21441C7}"/>
                  </a:ext>
                </a:extLst>
              </p:cNvPr>
              <p:cNvSpPr/>
              <p:nvPr/>
            </p:nvSpPr>
            <p:spPr>
              <a:xfrm>
                <a:off x="6121391" y="3429000"/>
                <a:ext cx="919609" cy="144000"/>
              </a:xfrm>
              <a:prstGeom prst="rect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08000" rIns="144000" bIns="108000" rtlCol="0" anchor="t">
                <a:noAutofit/>
              </a:bodyPr>
              <a:lstStyle/>
              <a:p>
                <a:pPr algn="l" defTabSz="144000">
                  <a:lnSpc>
                    <a:spcPct val="110000"/>
                  </a:lnSpc>
                </a:pPr>
                <a:endPara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D31F8569-A8AF-F98C-4E20-505949781F4B}"/>
                  </a:ext>
                </a:extLst>
              </p:cNvPr>
              <p:cNvSpPr/>
              <p:nvPr/>
            </p:nvSpPr>
            <p:spPr>
              <a:xfrm>
                <a:off x="5377814" y="4483240"/>
                <a:ext cx="1375185" cy="157701"/>
              </a:xfrm>
              <a:prstGeom prst="rect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08000" rIns="144000" bIns="108000" rtlCol="0" anchor="t">
                <a:noAutofit/>
              </a:bodyPr>
              <a:lstStyle/>
              <a:p>
                <a:pPr algn="l" defTabSz="144000">
                  <a:lnSpc>
                    <a:spcPct val="110000"/>
                  </a:lnSpc>
                </a:pPr>
                <a:endPara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B1BEAC95-21C8-8C6B-CE27-0AE5D3B41A45}"/>
                </a:ext>
              </a:extLst>
            </p:cNvPr>
            <p:cNvGrpSpPr/>
            <p:nvPr/>
          </p:nvGrpSpPr>
          <p:grpSpPr>
            <a:xfrm>
              <a:off x="5292225" y="5491848"/>
              <a:ext cx="3848084" cy="813504"/>
              <a:chOff x="5292225" y="5491848"/>
              <a:chExt cx="3848084" cy="813504"/>
            </a:xfrm>
          </p:grpSpPr>
          <p:pic>
            <p:nvPicPr>
              <p:cNvPr id="23" name="그림 22">
                <a:extLst>
                  <a:ext uri="{FF2B5EF4-FFF2-40B4-BE49-F238E27FC236}">
                    <a16:creationId xmlns:a16="http://schemas.microsoft.com/office/drawing/2014/main" id="{BA2C169B-009D-5B1F-4FB6-920180D87B2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b="41750"/>
              <a:stretch/>
            </p:blipFill>
            <p:spPr>
              <a:xfrm>
                <a:off x="5301070" y="5491848"/>
                <a:ext cx="3839239" cy="813504"/>
              </a:xfrm>
              <a:prstGeom prst="rect">
                <a:avLst/>
              </a:prstGeom>
              <a:ln>
                <a:solidFill>
                  <a:schemeClr val="bg1">
                    <a:lumMod val="75000"/>
                  </a:schemeClr>
                </a:solidFill>
              </a:ln>
            </p:spPr>
          </p:pic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EB0618D1-D5AF-BB80-6682-7470A277B18F}"/>
                  </a:ext>
                </a:extLst>
              </p:cNvPr>
              <p:cNvSpPr/>
              <p:nvPr/>
            </p:nvSpPr>
            <p:spPr>
              <a:xfrm>
                <a:off x="5292225" y="5878437"/>
                <a:ext cx="1375185" cy="426915"/>
              </a:xfrm>
              <a:prstGeom prst="rect">
                <a:avLst/>
              </a:prstGeom>
              <a:noFill/>
              <a:ln w="2540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144000" tIns="108000" rIns="144000" bIns="108000" rtlCol="0" anchor="t">
                <a:noAutofit/>
              </a:bodyPr>
              <a:lstStyle/>
              <a:p>
                <a:pPr algn="l" defTabSz="144000">
                  <a:lnSpc>
                    <a:spcPct val="110000"/>
                  </a:lnSpc>
                </a:pPr>
                <a:endPara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endParaRPr>
              </a:p>
            </p:txBody>
          </p:sp>
        </p:grp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3890314-A3C2-FD37-1C6B-6D4797C78C4A}"/>
              </a:ext>
            </a:extLst>
          </p:cNvPr>
          <p:cNvGrpSpPr/>
          <p:nvPr/>
        </p:nvGrpSpPr>
        <p:grpSpPr>
          <a:xfrm>
            <a:off x="5672573" y="5573899"/>
            <a:ext cx="3097930" cy="766777"/>
            <a:chOff x="5672573" y="5573899"/>
            <a:chExt cx="3097930" cy="766777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65748859-8548-7DB1-A5BF-001EDB7BC8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59160"/>
            <a:stretch/>
          </p:blipFill>
          <p:spPr>
            <a:xfrm>
              <a:off x="5672573" y="5573899"/>
              <a:ext cx="3097930" cy="766777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FE4EFCD-B0DC-A9B8-93E9-47BE410DE95C}"/>
                </a:ext>
              </a:extLst>
            </p:cNvPr>
            <p:cNvSpPr/>
            <p:nvPr/>
          </p:nvSpPr>
          <p:spPr>
            <a:xfrm>
              <a:off x="5696312" y="5997924"/>
              <a:ext cx="1165498" cy="342752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07069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서비스 해설자료 </a:t>
            </a:r>
            <a:r>
              <a:rPr lang="en-US" altLang="ko-KR" dirty="0"/>
              <a:t>&gt; </a:t>
            </a:r>
            <a:r>
              <a:rPr lang="ko-KR" altLang="en-US" dirty="0"/>
              <a:t>이용안내 </a:t>
            </a:r>
            <a:r>
              <a:rPr lang="en-US" altLang="ko-KR" dirty="0"/>
              <a:t>&gt; </a:t>
            </a:r>
            <a:r>
              <a:rPr lang="ko-KR" altLang="en-US" dirty="0"/>
              <a:t>고객센터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https://ksd.or.kr/ko/service-center/information-use/service-description/35744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2.4.3  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953B07E-4160-8760-EC10-39965AF8CAA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링크 텍스트만으로 목적을 이해하기 어려우므로 </a:t>
            </a:r>
            <a:r>
              <a:rPr lang="en-US" altLang="ko-KR" dirty="0"/>
              <a:t>title </a:t>
            </a:r>
            <a:r>
              <a:rPr lang="ko-KR" altLang="en-US" dirty="0"/>
              <a:t>속성을 활용하여 보조적인 설명을 제공해야 함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C0DECD6-6708-E1DC-4ED7-15F4BF2F8CC8}"/>
              </a:ext>
            </a:extLst>
          </p:cNvPr>
          <p:cNvGrpSpPr/>
          <p:nvPr/>
        </p:nvGrpSpPr>
        <p:grpSpPr>
          <a:xfrm>
            <a:off x="633100" y="3922265"/>
            <a:ext cx="4104000" cy="693744"/>
            <a:chOff x="631825" y="4319397"/>
            <a:chExt cx="4104000" cy="693744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1EDB71-51B5-839A-255D-98E1890935DD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4778346-5910-5DD4-F752-5B9AF73B8852}"/>
                </a:ext>
              </a:extLst>
            </p:cNvPr>
            <p:cNvSpPr/>
            <p:nvPr/>
          </p:nvSpPr>
          <p:spPr>
            <a:xfrm>
              <a:off x="631825" y="4530600"/>
              <a:ext cx="4104000" cy="48254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="#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downlad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class="board-download"&gt;2022_Repo_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영문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안내서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_FN.pdf&lt;/a&gt;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2BF16CE-C644-48B8-E9A6-6CA9A38CD6F0}"/>
              </a:ext>
            </a:extLst>
          </p:cNvPr>
          <p:cNvGrpSpPr/>
          <p:nvPr/>
        </p:nvGrpSpPr>
        <p:grpSpPr>
          <a:xfrm>
            <a:off x="603066" y="5285424"/>
            <a:ext cx="4104000" cy="693744"/>
            <a:chOff x="631825" y="4319397"/>
            <a:chExt cx="4104000" cy="69374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50C6A5-929F-9CA3-ECA6-2576483346F8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9B9A92-2B79-B423-0279-0B91E8864810}"/>
                </a:ext>
              </a:extLst>
            </p:cNvPr>
            <p:cNvSpPr/>
            <p:nvPr/>
          </p:nvSpPr>
          <p:spPr>
            <a:xfrm>
              <a:off x="631825" y="4530600"/>
              <a:ext cx="4104000" cy="482541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파일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 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>
                  <a:solidFill>
                    <a:schemeClr val="tx1"/>
                  </a:solidFill>
                  <a:latin typeface="Consolas" panose="020B0609020204030204" pitchFamily="49" charset="0"/>
                </a:rPr>
                <a:t> 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="#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downlad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class="board-download"&gt;2022_Repo_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영문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안내서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_FN.pdf</a:t>
              </a:r>
            </a:p>
          </p:txBody>
        </p:sp>
      </p:grpSp>
      <p:pic>
        <p:nvPicPr>
          <p:cNvPr id="24" name="그림 23">
            <a:extLst>
              <a:ext uri="{FF2B5EF4-FFF2-40B4-BE49-F238E27FC236}">
                <a16:creationId xmlns:a16="http://schemas.microsoft.com/office/drawing/2014/main" id="{913612A7-3A44-2852-EA6D-B0EA935EC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2629" y="3132567"/>
            <a:ext cx="4037818" cy="256204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8FE4EFCD-B0DC-A9B8-93E9-47BE410DE95C}"/>
              </a:ext>
            </a:extLst>
          </p:cNvPr>
          <p:cNvSpPr/>
          <p:nvPr/>
        </p:nvSpPr>
        <p:spPr>
          <a:xfrm>
            <a:off x="5729070" y="4075189"/>
            <a:ext cx="879930" cy="145811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80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id="{563CA46C-C44D-C70F-F056-EC92C662A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014" y="3223613"/>
            <a:ext cx="3794353" cy="261189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브라우저 인증서 </a:t>
            </a:r>
            <a:r>
              <a:rPr lang="en-US" altLang="ko-KR" dirty="0"/>
              <a:t>&gt; </a:t>
            </a:r>
            <a:r>
              <a:rPr lang="ko-KR" altLang="en-US" dirty="0"/>
              <a:t>이용안내 </a:t>
            </a:r>
            <a:r>
              <a:rPr lang="en-US" altLang="ko-KR" dirty="0"/>
              <a:t>&gt; </a:t>
            </a:r>
            <a:r>
              <a:rPr lang="ko-KR" altLang="en-US" dirty="0"/>
              <a:t>고객센터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https://ksd.or.kr/ko/service-center/information-use/browser-certificate-manage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1.4.2  (</a:t>
            </a:r>
            <a:r>
              <a:rPr lang="ko-KR" altLang="en-US" dirty="0"/>
              <a:t>텍스트 콘텐츠의 명도 대비</a:t>
            </a:r>
            <a:r>
              <a:rPr lang="en-US" altLang="ko-KR" dirty="0"/>
              <a:t>) </a:t>
            </a:r>
            <a:r>
              <a:rPr lang="ko-KR" altLang="en-US" dirty="0"/>
              <a:t>텍스트 콘텐츠와 배경 간의 명도 대비는 </a:t>
            </a:r>
            <a:r>
              <a:rPr lang="en-US" altLang="ko-KR" dirty="0"/>
              <a:t>4.5 </a:t>
            </a:r>
            <a:r>
              <a:rPr lang="ko-KR" altLang="en-US" dirty="0"/>
              <a:t>대 </a:t>
            </a:r>
            <a:r>
              <a:rPr lang="en-US" altLang="ko-KR" dirty="0"/>
              <a:t>1 </a:t>
            </a:r>
            <a:r>
              <a:rPr lang="ko-KR" altLang="en-US" dirty="0"/>
              <a:t>이상이어야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5A86BBA-7A94-48CD-B535-19792F337E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76871" cy="1033818"/>
          </a:xfrm>
        </p:spPr>
        <p:txBody>
          <a:bodyPr/>
          <a:lstStyle/>
          <a:p>
            <a:r>
              <a:rPr lang="ko-KR" altLang="en-US" dirty="0"/>
              <a:t>텍스트</a:t>
            </a:r>
            <a:r>
              <a:rPr lang="en-US" altLang="ko-KR" dirty="0"/>
              <a:t>(#F6861F)</a:t>
            </a:r>
            <a:r>
              <a:rPr lang="ko-KR" altLang="en-US" dirty="0"/>
              <a:t>와 배경</a:t>
            </a:r>
            <a:r>
              <a:rPr lang="en-US" altLang="ko-KR" dirty="0"/>
              <a:t>(#FFFFFF) </a:t>
            </a:r>
            <a:r>
              <a:rPr lang="ko-KR" altLang="en-US" dirty="0"/>
              <a:t>간 명도대비가 </a:t>
            </a:r>
            <a:r>
              <a:rPr lang="en-US" altLang="ko-KR" dirty="0"/>
              <a:t>2.5:1</a:t>
            </a:r>
            <a:r>
              <a:rPr lang="ko-KR" altLang="en-US" dirty="0"/>
              <a:t>로 최소 명도대비 기준을 충족하지 않음</a:t>
            </a:r>
          </a:p>
          <a:p>
            <a:r>
              <a:rPr lang="ko-KR" altLang="en-US" dirty="0"/>
              <a:t>명도대비 기준을 충족하도록 텍스트 색상을 변경해야 함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F3FBE28-D614-7B13-40DD-BF7335BB1CA6}"/>
              </a:ext>
            </a:extLst>
          </p:cNvPr>
          <p:cNvSpPr/>
          <p:nvPr/>
        </p:nvSpPr>
        <p:spPr>
          <a:xfrm>
            <a:off x="7792672" y="5403112"/>
            <a:ext cx="904328" cy="373080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5790937-3459-1613-12E8-678AA17DB90B}"/>
              </a:ext>
            </a:extLst>
          </p:cNvPr>
          <p:cNvCxnSpPr>
            <a:cxnSpLocks/>
          </p:cNvCxnSpPr>
          <p:nvPr/>
        </p:nvCxnSpPr>
        <p:spPr>
          <a:xfrm flipV="1">
            <a:off x="8244836" y="5817542"/>
            <a:ext cx="0" cy="216000"/>
          </a:xfrm>
          <a:prstGeom prst="straightConnector1">
            <a:avLst/>
          </a:prstGeom>
          <a:ln w="6350">
            <a:solidFill>
              <a:schemeClr val="tx1"/>
            </a:solidFill>
            <a:prstDash val="sysDot"/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표 9">
            <a:extLst>
              <a:ext uri="{FF2B5EF4-FFF2-40B4-BE49-F238E27FC236}">
                <a16:creationId xmlns:a16="http://schemas.microsoft.com/office/drawing/2014/main" id="{58BCD0C2-ABA9-4972-2A7B-88A5958F2D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467727"/>
              </p:ext>
            </p:extLst>
          </p:nvPr>
        </p:nvGraphicFramePr>
        <p:xfrm>
          <a:off x="7635141" y="6137775"/>
          <a:ext cx="1219390" cy="36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6902">
                  <a:extLst>
                    <a:ext uri="{9D8B030D-6E8A-4147-A177-3AD203B41FA5}">
                      <a16:colId xmlns:a16="http://schemas.microsoft.com/office/drawing/2014/main" val="1803497290"/>
                    </a:ext>
                  </a:extLst>
                </a:gridCol>
                <a:gridCol w="185586">
                  <a:extLst>
                    <a:ext uri="{9D8B030D-6E8A-4147-A177-3AD203B41FA5}">
                      <a16:colId xmlns:a16="http://schemas.microsoft.com/office/drawing/2014/main" val="3552185705"/>
                    </a:ext>
                  </a:extLst>
                </a:gridCol>
                <a:gridCol w="516902">
                  <a:extLst>
                    <a:ext uri="{9D8B030D-6E8A-4147-A177-3AD203B41FA5}">
                      <a16:colId xmlns:a16="http://schemas.microsoft.com/office/drawing/2014/main" val="39729754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#F6861F</a:t>
                      </a:r>
                      <a:endParaRPr lang="ko-KR" altLang="en-US" sz="900" dirty="0"/>
                    </a:p>
                  </a:txBody>
                  <a:tcPr marL="0" marR="0" marT="21600" marB="21600">
                    <a:solidFill>
                      <a:srgbClr val="FC98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:</a:t>
                      </a:r>
                      <a:endParaRPr lang="ko-KR" altLang="en-US" sz="900" dirty="0"/>
                    </a:p>
                  </a:txBody>
                  <a:tcPr marL="0" marR="0" marT="21600" marB="216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#FFFFFF</a:t>
                      </a:r>
                      <a:endParaRPr lang="ko-KR" altLang="en-US" sz="900" dirty="0"/>
                    </a:p>
                  </a:txBody>
                  <a:tcPr marL="0" marR="0" marT="21600" marB="216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796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2.5</a:t>
                      </a:r>
                      <a:endParaRPr lang="ko-KR" altLang="en-US" sz="900" dirty="0"/>
                    </a:p>
                  </a:txBody>
                  <a:tcPr marL="0" marR="0" marT="21600" marB="216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:</a:t>
                      </a:r>
                      <a:endParaRPr lang="ko-KR" altLang="en-US" sz="900" dirty="0"/>
                    </a:p>
                  </a:txBody>
                  <a:tcPr marL="0" marR="0" marT="21600" marB="216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marL="0" marR="0" marT="21600" marB="21600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3951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7765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Q&amp;A &gt; </a:t>
            </a:r>
            <a:r>
              <a:rPr lang="ko-KR" altLang="en-US" dirty="0"/>
              <a:t>문의 및 제안 </a:t>
            </a:r>
            <a:r>
              <a:rPr lang="en-US" altLang="ko-KR" dirty="0"/>
              <a:t>&gt; </a:t>
            </a:r>
            <a:r>
              <a:rPr lang="ko-KR" altLang="en-US" dirty="0"/>
              <a:t>고객센터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https://ksd.or.kr/ko/service-center/question-suggestion/qna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2.5.3  (</a:t>
            </a:r>
            <a:r>
              <a:rPr lang="ko-KR" altLang="en-US" dirty="0"/>
              <a:t>레이블과 네임</a:t>
            </a:r>
            <a:r>
              <a:rPr lang="en-US" altLang="ko-KR" dirty="0"/>
              <a:t>) </a:t>
            </a:r>
            <a:r>
              <a:rPr lang="ko-KR" altLang="en-US" dirty="0"/>
              <a:t>텍스트 또는 텍스트 이미지가 포함된 레이블이 있는 사용자 인터페이스 구성요소는 네임에 시각적으로 표시되는 해당 텍스트를 포함해야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5A86BBA-7A94-48CD-B535-19792F337E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797856"/>
          </a:xfrm>
        </p:spPr>
        <p:txBody>
          <a:bodyPr/>
          <a:lstStyle/>
          <a:p>
            <a:r>
              <a:rPr lang="ko-KR" altLang="en-US" dirty="0"/>
              <a:t>보조기술이 해당 사용자 인터페이스 구성요소를 인식할 수 없기 때문에</a:t>
            </a:r>
            <a:r>
              <a:rPr lang="en-US" altLang="ko-KR" dirty="0"/>
              <a:t>, </a:t>
            </a:r>
            <a:r>
              <a:rPr lang="ko-KR" altLang="en-US" dirty="0"/>
              <a:t>네임에는 시각적으로 표시되는 텍스트를 제공해야 함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A809347D-0881-C4E7-A9CD-D6ED9D64CDC2}"/>
              </a:ext>
            </a:extLst>
          </p:cNvPr>
          <p:cNvGrpSpPr/>
          <p:nvPr/>
        </p:nvGrpSpPr>
        <p:grpSpPr>
          <a:xfrm>
            <a:off x="5949947" y="3202321"/>
            <a:ext cx="2543181" cy="2376000"/>
            <a:chOff x="5385000" y="2781000"/>
            <a:chExt cx="3615106" cy="337746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015463D-1989-8024-0692-07DC5499B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85000" y="2781000"/>
              <a:ext cx="3615106" cy="3377460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9E9ED75-D718-08D1-C568-5C1A2BE8EB65}"/>
                </a:ext>
              </a:extLst>
            </p:cNvPr>
            <p:cNvSpPr/>
            <p:nvPr/>
          </p:nvSpPr>
          <p:spPr>
            <a:xfrm>
              <a:off x="5605405" y="3701270"/>
              <a:ext cx="204696" cy="1322135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BD336FD-61D4-0DD6-06BC-FF2346943031}"/>
              </a:ext>
            </a:extLst>
          </p:cNvPr>
          <p:cNvGrpSpPr/>
          <p:nvPr/>
        </p:nvGrpSpPr>
        <p:grpSpPr>
          <a:xfrm>
            <a:off x="632129" y="5257585"/>
            <a:ext cx="4104000" cy="1098983"/>
            <a:chOff x="631825" y="4319397"/>
            <a:chExt cx="4104000" cy="109898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E21B181-094E-E736-8042-46C59A24FC9B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CBE84F5-9092-3853-FC3C-EF0AA10FAAD8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class="ant-col ant-form-item-label"&gt;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&lt;span class="ant-form-item-required-mark"&gt;*&lt;/span&gt;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&lt;label for="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boardListFilterForm_usrEmail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class="ant-form-item-required"&gt;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&lt;span class="hidden"&gt;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필수입력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&lt;/span&gt; 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이메일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9B9FFF1-6812-576B-02D9-6ECA0354D19F}"/>
              </a:ext>
            </a:extLst>
          </p:cNvPr>
          <p:cNvGrpSpPr/>
          <p:nvPr/>
        </p:nvGrpSpPr>
        <p:grpSpPr>
          <a:xfrm>
            <a:off x="632129" y="3789000"/>
            <a:ext cx="4104000" cy="1234405"/>
            <a:chOff x="631825" y="4319397"/>
            <a:chExt cx="4104000" cy="12344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C376DBC-2072-6AED-63E0-F799225B58C7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71AA560-9112-EB61-8806-3AFA1E710B5E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&lt;div class="ant-col ant-form-item-label"&gt;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&lt;span class="ant-form-item-required-mark"&gt;*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&lt;span class="hidden"&gt;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필수입력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&lt;/span&gt;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	&lt;label for="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boardListFilterForm_usrEmail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" class="ant-form-item-required"&gt;</a:t>
              </a:r>
              <a:r>
                <a:rPr lang="ko-KR" altLang="en-US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이메일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&lt;/label&gt;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&lt;/div&gt;</a:t>
              </a: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C6505A2-2849-3CBE-F4B5-85A61E1E13BC}"/>
              </a:ext>
            </a:extLst>
          </p:cNvPr>
          <p:cNvSpPr/>
          <p:nvPr/>
        </p:nvSpPr>
        <p:spPr>
          <a:xfrm>
            <a:off x="8553000" y="405764"/>
            <a:ext cx="937075" cy="302297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 defTabSz="144000">
              <a:lnSpc>
                <a:spcPct val="110000"/>
              </a:lnSpc>
            </a:pPr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KWCAG 2.2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59616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Q&amp;A &gt; </a:t>
            </a:r>
            <a:r>
              <a:rPr lang="ko-KR" altLang="en-US" dirty="0"/>
              <a:t>문의 및 제안 </a:t>
            </a:r>
            <a:r>
              <a:rPr lang="en-US" altLang="ko-KR" dirty="0"/>
              <a:t>&gt; </a:t>
            </a:r>
            <a:r>
              <a:rPr lang="ko-KR" altLang="en-US" dirty="0"/>
              <a:t>고객센터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https://ksd.or.kr/ko/service-center/question-suggestion/qna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3.3.2   (</a:t>
            </a:r>
            <a:r>
              <a:rPr lang="ko-KR" altLang="en-US" dirty="0"/>
              <a:t>오류 정정</a:t>
            </a:r>
            <a:r>
              <a:rPr lang="en-US" altLang="ko-KR" dirty="0"/>
              <a:t>) </a:t>
            </a:r>
            <a:r>
              <a:rPr lang="ko-KR" altLang="en-US" dirty="0"/>
              <a:t>입력 오류를 정정할 수 있는 방법을 제공해야 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5A86BBA-7A94-48CD-B535-19792F337E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제출 버튼을 실행한 후에 오류 메시지를 제공하는 경우</a:t>
            </a:r>
            <a:r>
              <a:rPr lang="en-US" altLang="ko-KR" dirty="0"/>
              <a:t>, </a:t>
            </a:r>
            <a:r>
              <a:rPr lang="ko-KR" altLang="en-US" dirty="0"/>
              <a:t>사용자가 확인 버튼을 누른 후에 초점을 오류 항목으로 이동시켜 빠르게 오류를 수정할 수 있도록 해야 함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5B4F3929-842E-7FF2-E9A0-9F35B989FA70}"/>
              </a:ext>
            </a:extLst>
          </p:cNvPr>
          <p:cNvGrpSpPr/>
          <p:nvPr/>
        </p:nvGrpSpPr>
        <p:grpSpPr>
          <a:xfrm>
            <a:off x="6105000" y="3006941"/>
            <a:ext cx="2495840" cy="2400579"/>
            <a:chOff x="5362438" y="2613295"/>
            <a:chExt cx="3718200" cy="357628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A0E7AAC-CAEF-3B93-FCC8-0C4629BD0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62438" y="2613295"/>
              <a:ext cx="3718200" cy="357628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9E9ED75-D718-08D1-C568-5C1A2BE8EB65}"/>
                </a:ext>
              </a:extLst>
            </p:cNvPr>
            <p:cNvSpPr/>
            <p:nvPr/>
          </p:nvSpPr>
          <p:spPr>
            <a:xfrm>
              <a:off x="7221538" y="5517000"/>
              <a:ext cx="1043462" cy="388797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7FDE7880-8230-461E-29CF-7F76BB6DD975}"/>
                </a:ext>
              </a:extLst>
            </p:cNvPr>
            <p:cNvSpPr/>
            <p:nvPr/>
          </p:nvSpPr>
          <p:spPr>
            <a:xfrm>
              <a:off x="5529000" y="4552203"/>
              <a:ext cx="3428794" cy="388797"/>
            </a:xfrm>
            <a:prstGeom prst="rect">
              <a:avLst/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  <p:cxnSp>
          <p:nvCxnSpPr>
            <p:cNvPr id="14" name="연결선: 꺾임 13">
              <a:extLst>
                <a:ext uri="{FF2B5EF4-FFF2-40B4-BE49-F238E27FC236}">
                  <a16:creationId xmlns:a16="http://schemas.microsoft.com/office/drawing/2014/main" id="{920D7397-9D3C-0DF0-E888-931EAB327D20}"/>
                </a:ext>
              </a:extLst>
            </p:cNvPr>
            <p:cNvCxnSpPr>
              <a:cxnSpLocks/>
              <a:stCxn id="10" idx="0"/>
              <a:endCxn id="12" idx="1"/>
            </p:cNvCxnSpPr>
            <p:nvPr/>
          </p:nvCxnSpPr>
          <p:spPr>
            <a:xfrm rot="16200000" flipV="1">
              <a:off x="6250936" y="4024666"/>
              <a:ext cx="770398" cy="2214269"/>
            </a:xfrm>
            <a:prstGeom prst="bentConnector4">
              <a:avLst>
                <a:gd name="adj1" fmla="val 37383"/>
                <a:gd name="adj2" fmla="val 110324"/>
              </a:avLst>
            </a:prstGeom>
            <a:ln w="254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950163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1.3.1 (</a:t>
            </a:r>
            <a:r>
              <a:rPr lang="ko-KR" altLang="en-US" dirty="0"/>
              <a:t>표의 구성</a:t>
            </a:r>
            <a:r>
              <a:rPr lang="en-US" altLang="ko-KR" dirty="0"/>
              <a:t>) </a:t>
            </a:r>
            <a:r>
              <a:rPr lang="ko-KR" altLang="en-US" dirty="0"/>
              <a:t>표는 이해하기 쉽게 구성해야 한다</a:t>
            </a:r>
            <a:r>
              <a:rPr lang="en-US" altLang="ko-KR" dirty="0"/>
              <a:t>.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B2CC00-062B-4B31-9F45-44F66D77E1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en-US" altLang="ko-KR" dirty="0"/>
              <a:t>title </a:t>
            </a:r>
            <a:r>
              <a:rPr lang="ko-KR" altLang="en-US" dirty="0"/>
              <a:t>속성은 보조적인 설명을 제공하기 위한 속성으로 버튼의 접근 가능한 이름이 될 수 없음</a:t>
            </a:r>
            <a:endParaRPr lang="en-US" altLang="ko-KR" dirty="0"/>
          </a:p>
          <a:p>
            <a:r>
              <a:rPr lang="ko-KR" altLang="en-US" dirty="0"/>
              <a:t>버튼에 텍스트 또는 이름을 제공하여 보조 기술 사용자도 동등한 정보를 전달받을 수 있도록 해야 함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4E6D37B3-9AAD-B66A-C48A-CB39AEF543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고객연수</a:t>
            </a:r>
            <a:r>
              <a:rPr lang="en-US" altLang="ko-KR" dirty="0"/>
              <a:t>/</a:t>
            </a:r>
            <a:r>
              <a:rPr lang="ko-KR" altLang="en-US" dirty="0"/>
              <a:t>일반연수 </a:t>
            </a:r>
            <a:r>
              <a:rPr lang="en-US" altLang="ko-KR" dirty="0"/>
              <a:t>&gt; </a:t>
            </a:r>
            <a:r>
              <a:rPr lang="ko-KR" altLang="en-US" dirty="0"/>
              <a:t>고객센터</a:t>
            </a:r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2CC0F3DF-CCB8-D65F-F7C0-E4EA8C0C72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https://ksd.or.kr/ko/service-center/training/customer-training</a:t>
            </a:r>
            <a:endParaRPr lang="ko-KR" alt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E262038-2234-D927-C069-0E50D75948A1}"/>
              </a:ext>
            </a:extLst>
          </p:cNvPr>
          <p:cNvGrpSpPr/>
          <p:nvPr/>
        </p:nvGrpSpPr>
        <p:grpSpPr>
          <a:xfrm>
            <a:off x="631825" y="3760740"/>
            <a:ext cx="4104000" cy="1234405"/>
            <a:chOff x="633404" y="2845589"/>
            <a:chExt cx="4104000" cy="1234405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6529E16-EEAD-F4D4-7E57-559DE56801D3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75D09CE3-3A80-EABA-0671-72EBC4CB9B7C}"/>
                </a:ext>
              </a:extLst>
            </p:cNvPr>
            <p:cNvSpPr/>
            <p:nvPr/>
          </p:nvSpPr>
          <p:spPr>
            <a:xfrm>
              <a:off x="633404" y="3056792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 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 dirty="0">
                  <a:solidFill>
                    <a:schemeClr val="accent5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type="button" class="ant-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ant-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-circle ant-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-icon-only"&gt;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class="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anticon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anticon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-download&gt;</a:t>
              </a:r>
              <a:b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</a:b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...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&lt;/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C75646C-DCA4-5E56-33B4-04CACCB64AEE}"/>
              </a:ext>
            </a:extLst>
          </p:cNvPr>
          <p:cNvGrpSpPr/>
          <p:nvPr/>
        </p:nvGrpSpPr>
        <p:grpSpPr>
          <a:xfrm>
            <a:off x="631825" y="5218302"/>
            <a:ext cx="4104000" cy="1234405"/>
            <a:chOff x="633404" y="2845589"/>
            <a:chExt cx="4104000" cy="123440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977BA3-ED7F-F718-AA86-9671CFCC1363}"/>
                </a:ext>
              </a:extLst>
            </p:cNvPr>
            <p:cNvSpPr txBox="1"/>
            <p:nvPr/>
          </p:nvSpPr>
          <p:spPr>
            <a:xfrm>
              <a:off x="633708" y="2845589"/>
              <a:ext cx="86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9D4E9F7-960D-3840-1D1F-3D9BD81BCB15}"/>
                </a:ext>
              </a:extLst>
            </p:cNvPr>
            <p:cNvSpPr/>
            <p:nvPr/>
          </p:nvSpPr>
          <p:spPr>
            <a:xfrm>
              <a:off x="633404" y="3056792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&lt;button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 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펀드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/ETF 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설정환매 업무매뉴얼 다운로드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type="button" class="ant-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ant-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-circle ant-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-icon-only"&gt;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class="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anticon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anticon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-download&gt;</a:t>
              </a:r>
              <a:b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</a:b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  ...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&lt;/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&lt;/button&gt;</a:t>
              </a: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20F06201-EE5B-599E-AB3C-FC1394CBC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831" y="3199224"/>
            <a:ext cx="3742975" cy="2332802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FA2CD3B0-191F-80E0-7F4E-1AA7E96E7F5D}"/>
              </a:ext>
            </a:extLst>
          </p:cNvPr>
          <p:cNvSpPr/>
          <p:nvPr/>
        </p:nvSpPr>
        <p:spPr>
          <a:xfrm flipV="1">
            <a:off x="8121000" y="3585060"/>
            <a:ext cx="483857" cy="194696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2018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금융규제개혁 </a:t>
            </a:r>
            <a:r>
              <a:rPr lang="en-US" altLang="ko-KR" dirty="0"/>
              <a:t>&gt; </a:t>
            </a:r>
            <a:r>
              <a:rPr lang="ko-KR" altLang="en-US" dirty="0"/>
              <a:t>기타정보제공 </a:t>
            </a:r>
            <a:r>
              <a:rPr lang="en-US" altLang="ko-KR" dirty="0"/>
              <a:t>&gt; </a:t>
            </a:r>
            <a:r>
              <a:rPr lang="ko-KR" altLang="en-US" dirty="0"/>
              <a:t>정보공개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https://ksd.or.kr/ko/information-disclosure/provide-other-information/financial-regulation-reform/hidden-regulation-information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2.4.3  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0953B07E-4160-8760-EC10-39965AF8CAA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ko-KR" altLang="en-US" dirty="0"/>
              <a:t>링크 텍스트만으로 목적을 이해하기 어려우므로 </a:t>
            </a:r>
            <a:r>
              <a:rPr lang="en-US" altLang="ko-KR" dirty="0"/>
              <a:t>title </a:t>
            </a:r>
            <a:r>
              <a:rPr lang="ko-KR" altLang="en-US" dirty="0"/>
              <a:t>속성을 활용하여 보조적인 설명을 제공해야 함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C0DECD6-6708-E1DC-4ED7-15F4BF2F8CC8}"/>
              </a:ext>
            </a:extLst>
          </p:cNvPr>
          <p:cNvGrpSpPr/>
          <p:nvPr/>
        </p:nvGrpSpPr>
        <p:grpSpPr>
          <a:xfrm>
            <a:off x="633100" y="3475551"/>
            <a:ext cx="4104000" cy="1098983"/>
            <a:chOff x="631825" y="4319397"/>
            <a:chExt cx="4104000" cy="109898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A1EDB71-51B5-839A-255D-98E1890935DD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4778346-5910-5DD4-F752-5B9AF73B8852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api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/download/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static?fileNm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=KSD_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숨은규제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현황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.xlsx" class="ant-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down-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m-full-size-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  <a:b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</a:b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&lt;span&gt;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숨은규제현황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anticon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anticon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-download"&gt;....&lt;/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b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</a:b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2BF16CE-C644-48B8-E9A6-6CA9A38CD6F0}"/>
              </a:ext>
            </a:extLst>
          </p:cNvPr>
          <p:cNvGrpSpPr/>
          <p:nvPr/>
        </p:nvGrpSpPr>
        <p:grpSpPr>
          <a:xfrm>
            <a:off x="633100" y="5354932"/>
            <a:ext cx="4104000" cy="1098983"/>
            <a:chOff x="631825" y="4319397"/>
            <a:chExt cx="4104000" cy="109898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50C6A5-929F-9CA3-ECA6-2576483346F8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9B9A92-2B79-B423-0279-0B91E8864810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="/ko/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api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/download/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static?fileNm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=KSD_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숨은규제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_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현황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.xlsx" class="ant-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down-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m-full-size-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btn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"&gt;</a:t>
              </a:r>
              <a:b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</a:b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&lt;span&gt;</a:t>
              </a:r>
              <a:r>
                <a:rPr lang="ko-KR" altLang="en-US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숨은규제현황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&lt;/span&gt;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anticon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anticon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-download"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다운로드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&gt;....&lt;/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i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b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</a:b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&lt;/a&gt;</a:t>
              </a:r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B5BB959A-1808-BADB-0651-3BB4C69F7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000" y="3805395"/>
            <a:ext cx="1752600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9742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BF6B64A2-0360-AAFD-694B-242BBB67C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900" y="2939125"/>
            <a:ext cx="4095384" cy="28530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21B0E9C-80C3-413B-A6EE-BB5C44D0713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ko-KR" altLang="en-US" dirty="0"/>
              <a:t>안내자료 </a:t>
            </a:r>
            <a:r>
              <a:rPr lang="en-US" altLang="ko-KR" dirty="0"/>
              <a:t>&gt; KSD</a:t>
            </a:r>
            <a:r>
              <a:rPr lang="ko-KR" altLang="en-US" dirty="0"/>
              <a:t>홍보관 </a:t>
            </a:r>
            <a:r>
              <a:rPr lang="en-US" altLang="ko-KR" dirty="0"/>
              <a:t>&gt; KSD</a:t>
            </a:r>
            <a:r>
              <a:rPr lang="ko-KR" altLang="en-US" dirty="0"/>
              <a:t>소개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058C1A1-806B-4836-BE0C-90CAABEF427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https://ksd.or.kr/ko/about-ksd/ksd-pr-hall/information/card-news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3.2.1  (</a:t>
            </a:r>
            <a:r>
              <a:rPr lang="ko-KR" altLang="en-US" dirty="0"/>
              <a:t>사용자 요구에 따른 실행</a:t>
            </a:r>
            <a:r>
              <a:rPr lang="en-US" altLang="ko-KR" dirty="0"/>
              <a:t>) </a:t>
            </a:r>
            <a:r>
              <a:rPr lang="ko-KR" altLang="en-US" dirty="0"/>
              <a:t>사용자가 의도하지 않은 기능</a:t>
            </a:r>
            <a:r>
              <a:rPr lang="en-US" altLang="ko-KR" dirty="0"/>
              <a:t>(</a:t>
            </a:r>
            <a:r>
              <a:rPr lang="ko-KR" altLang="en-US" dirty="0"/>
              <a:t>새 창</a:t>
            </a:r>
            <a:r>
              <a:rPr lang="en-US" altLang="ko-KR" dirty="0"/>
              <a:t>, </a:t>
            </a:r>
            <a:r>
              <a:rPr lang="ko-KR" altLang="en-US" dirty="0"/>
              <a:t>초점에 의한 맥락 변화 등</a:t>
            </a:r>
            <a:r>
              <a:rPr lang="en-US" altLang="ko-KR" dirty="0"/>
              <a:t>)</a:t>
            </a:r>
            <a:r>
              <a:rPr lang="ko-KR" altLang="en-US" dirty="0"/>
              <a:t>은 실행되지 않아야 한다</a:t>
            </a:r>
            <a:r>
              <a:rPr lang="en-US" altLang="ko-KR" dirty="0"/>
              <a:t>.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5A86BBA-7A94-48CD-B535-19792F337EC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5693" y="2248068"/>
            <a:ext cx="4176872" cy="805551"/>
          </a:xfrm>
        </p:spPr>
        <p:txBody>
          <a:bodyPr/>
          <a:lstStyle/>
          <a:p>
            <a:pPr algn="l" rtl="0" fontAlgn="t"/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새 창을 실행시키는 컨트롤 요소에는 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title 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속성을 활용하여 동작 방식에 관한 정보를 제공해야 함</a:t>
            </a:r>
            <a:endParaRPr lang="en-US" altLang="ko-KR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B1199F5-F61A-395B-26D8-13B15599BFF5}"/>
              </a:ext>
            </a:extLst>
          </p:cNvPr>
          <p:cNvGrpSpPr/>
          <p:nvPr/>
        </p:nvGrpSpPr>
        <p:grpSpPr>
          <a:xfrm>
            <a:off x="632129" y="4879672"/>
            <a:ext cx="4104000" cy="1098983"/>
            <a:chOff x="631825" y="4319397"/>
            <a:chExt cx="4104000" cy="1098983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17582AE-1C52-E535-AE45-70ED7AF9C1B2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87B9800-087F-6CEE-A0E1-D696DAC91206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="https://www.youtube.com/watch?v=Kgl74XqqOfY" </a:t>
              </a:r>
              <a:r>
                <a:rPr lang="en-US" altLang="ko-KR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target="_blank"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class="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youtube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-thumbnail"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aria-label="2022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년 한국예탁결제원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4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분기 모션그래픽 상세보기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 </a:t>
              </a:r>
              <a:r>
                <a:rPr lang="en-US" altLang="ko-KR" sz="800" b="1" dirty="0">
                  <a:solidFill>
                    <a:schemeClr val="tx2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tx2"/>
                  </a:solidFill>
                  <a:latin typeface="Consolas" panose="020B0609020204030204" pitchFamily="49" charset="0"/>
                </a:rPr>
                <a:t>새 창 열림</a:t>
              </a:r>
              <a:r>
                <a:rPr lang="en-US" altLang="ko-KR" sz="800" b="1" dirty="0">
                  <a:solidFill>
                    <a:schemeClr val="tx2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="https://img.youtube.com/vi/Kgl74XqqOfY/0.jpg" alt=""&gt;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536A9BAE-DB86-2927-0E44-467F41623AE5}"/>
              </a:ext>
            </a:extLst>
          </p:cNvPr>
          <p:cNvGrpSpPr/>
          <p:nvPr/>
        </p:nvGrpSpPr>
        <p:grpSpPr>
          <a:xfrm>
            <a:off x="641716" y="3442400"/>
            <a:ext cx="4104000" cy="1098983"/>
            <a:chOff x="633404" y="2845589"/>
            <a:chExt cx="4104000" cy="109898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178E26-0B71-25F1-2856-8DEFBF723B42}"/>
                </a:ext>
              </a:extLst>
            </p:cNvPr>
            <p:cNvSpPr txBox="1"/>
            <p:nvPr/>
          </p:nvSpPr>
          <p:spPr>
            <a:xfrm>
              <a:off x="633708" y="2845589"/>
              <a:ext cx="317395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8F2EFE5-8905-7D9B-3286-91CC12CCD38E}"/>
                </a:ext>
              </a:extLst>
            </p:cNvPr>
            <p:cNvSpPr/>
            <p:nvPr/>
          </p:nvSpPr>
          <p:spPr>
            <a:xfrm>
              <a:off x="633404" y="3056792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&lt;a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href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="https://www.youtube.com/watch?v=Kgl74XqqOfY" </a:t>
              </a:r>
              <a:r>
                <a:rPr lang="en-US" altLang="ko-KR" sz="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target="_blank" 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class="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youtube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-thumbnail"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aria-label="2022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년 한국예탁결제원 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4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분기 모션그래픽 상세보기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 &lt;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img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 </a:t>
              </a:r>
              <a:r>
                <a:rPr lang="en-US" altLang="ko-KR" sz="800" dirty="0" err="1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src</a:t>
              </a: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="https://img.youtube.com/vi/Kgl74XqqOfY/0.jpg" alt=""&gt;</a:t>
              </a:r>
            </a:p>
            <a:p>
              <a:pPr algn="l"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olas" panose="020B0609020204030204" pitchFamily="49" charset="0"/>
                </a:rPr>
                <a:t>&lt;/a&gt;</a:t>
              </a: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E7A1EA96-001D-0F94-AB43-76F09D0565FD}"/>
              </a:ext>
            </a:extLst>
          </p:cNvPr>
          <p:cNvSpPr/>
          <p:nvPr/>
        </p:nvSpPr>
        <p:spPr>
          <a:xfrm>
            <a:off x="5241000" y="3851973"/>
            <a:ext cx="3960000" cy="83145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316E922-4402-8C14-F562-0AFA07E6B24B}"/>
              </a:ext>
            </a:extLst>
          </p:cNvPr>
          <p:cNvSpPr/>
          <p:nvPr/>
        </p:nvSpPr>
        <p:spPr>
          <a:xfrm>
            <a:off x="5231325" y="4797000"/>
            <a:ext cx="3960000" cy="831454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44000" tIns="108000" rIns="144000" bIns="108000" rtlCol="0" anchor="t">
            <a:noAutofit/>
          </a:bodyPr>
          <a:lstStyle/>
          <a:p>
            <a:pPr algn="l" defTabSz="144000">
              <a:lnSpc>
                <a:spcPct val="110000"/>
              </a:lnSpc>
            </a:pP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15676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2.1.1  (</a:t>
            </a:r>
            <a:r>
              <a:rPr lang="ko-KR" altLang="en-US" dirty="0"/>
              <a:t>키보드 사용 보장</a:t>
            </a:r>
            <a:r>
              <a:rPr lang="en-US" altLang="ko-KR" dirty="0"/>
              <a:t>) </a:t>
            </a:r>
            <a:r>
              <a:rPr lang="ko-KR" altLang="en-US" dirty="0"/>
              <a:t>모든 기능은 키보드만으로도 사용할 수 있어야 한다</a:t>
            </a:r>
            <a:r>
              <a:rPr lang="en-US" altLang="ko-KR" dirty="0"/>
              <a:t>. 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7A34FBF-B332-2CDA-E5B1-DEEFB73F4951}"/>
              </a:ext>
            </a:extLst>
          </p:cNvPr>
          <p:cNvGrpSpPr/>
          <p:nvPr/>
        </p:nvGrpSpPr>
        <p:grpSpPr>
          <a:xfrm>
            <a:off x="633100" y="4874004"/>
            <a:ext cx="4104000" cy="1234405"/>
            <a:chOff x="631825" y="4319397"/>
            <a:chExt cx="4104000" cy="1234405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242C635-F53A-00C7-D4FA-2C28CDB82214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B59CCEB-7BF1-8535-1B65-D006D3DC008C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class="ant-menu item-3 text-center history-filter ant-menu-light ant-menu-root ant-menu-horizontal"&gt;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&lt;li class="ant-menu-item ant-menu-item-selected"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role="button" </a:t>
              </a:r>
              <a:r>
                <a:rPr lang="en-US" altLang="ko-KR" sz="800" b="1" dirty="0" err="1">
                  <a:solidFill>
                    <a:schemeClr val="accent1"/>
                  </a:solidFill>
                  <a:latin typeface="Consolas" panose="020B0609020204030204" pitchFamily="49" charset="0"/>
                </a:rPr>
                <a:t>tabindex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="0" </a:t>
              </a: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현재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~2014&lt;/li&gt;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985A91B-6ADC-1D87-8CAC-2AC18DA82954}"/>
              </a:ext>
            </a:extLst>
          </p:cNvPr>
          <p:cNvGrpSpPr/>
          <p:nvPr/>
        </p:nvGrpSpPr>
        <p:grpSpPr>
          <a:xfrm>
            <a:off x="622658" y="3444615"/>
            <a:ext cx="4104000" cy="1098983"/>
            <a:chOff x="631825" y="4319397"/>
            <a:chExt cx="4104000" cy="1098983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FCE5825-10CC-217D-E108-CEC185769DF1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ACB61741-FC95-25F6-0237-77D49EA27E18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class="ant-menu item-3 text-center history-filter ant-menu-light ant-menu-root ant-menu-horizontal"&gt;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&lt;li class="ant-menu-item ant-menu-item-selected"&gt;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현재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~2014&lt;/li&gt;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</p:txBody>
        </p:sp>
      </p:grpSp>
      <p:sp>
        <p:nvSpPr>
          <p:cNvPr id="23" name="텍스트 개체 틀 6">
            <a:extLst>
              <a:ext uri="{FF2B5EF4-FFF2-40B4-BE49-F238E27FC236}">
                <a16:creationId xmlns:a16="http://schemas.microsoft.com/office/drawing/2014/main" id="{6A6A6D37-9ACD-E04D-C3B5-1C2A7395CE8E}"/>
              </a:ext>
            </a:extLst>
          </p:cNvPr>
          <p:cNvSpPr txBox="1">
            <a:spLocks/>
          </p:cNvSpPr>
          <p:nvPr/>
        </p:nvSpPr>
        <p:spPr>
          <a:xfrm>
            <a:off x="631825" y="2316353"/>
            <a:ext cx="4105275" cy="797856"/>
          </a:xfrm>
          <a:prstGeom prst="rect">
            <a:avLst/>
          </a:prstGeom>
          <a:noFill/>
        </p:spPr>
        <p:txBody>
          <a:bodyPr wrap="square" lIns="0" tIns="0" rIns="0" bIns="432000" rtlCol="0">
            <a:sp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400"/>
              </a:spcBef>
              <a:buFont typeface="Arial" panose="020B0604020202020204" pitchFamily="34" charset="0"/>
              <a:buChar char="•"/>
              <a:defRPr lang="ko-KR" altLang="en-US" sz="1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커스텀 </a:t>
            </a:r>
            <a:r>
              <a:rPr lang="en-US" altLang="ko-KR" dirty="0"/>
              <a:t>UI</a:t>
            </a:r>
            <a:r>
              <a:rPr lang="ko-KR" altLang="en-US" dirty="0"/>
              <a:t>를 키보드로 접근 및 조작할 수 있도록 상호작용이 가능한 요소로 마크업을 변경해야 함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E150A117-7029-F8DD-2600-90D91BA3C1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해외협력 </a:t>
            </a:r>
            <a:r>
              <a:rPr lang="en-US" altLang="ko-KR" dirty="0"/>
              <a:t>&gt; KSD</a:t>
            </a:r>
            <a:r>
              <a:rPr lang="ko-KR" altLang="en-US" dirty="0"/>
              <a:t>홍보관 </a:t>
            </a:r>
            <a:r>
              <a:rPr lang="en-US" altLang="ko-KR" dirty="0"/>
              <a:t>&gt; KSD</a:t>
            </a:r>
            <a:r>
              <a:rPr lang="ko-KR" altLang="en-US" dirty="0"/>
              <a:t>소개</a:t>
            </a:r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047D5B98-27CE-65A7-8F51-1CFACB49A0F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https://ksd.or.kr/ko/about-ksd/ksd-pr-hall/overseas-cooperation/mou-conclusion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9118824-B589-B16D-1E87-43976C1FE60C}"/>
              </a:ext>
            </a:extLst>
          </p:cNvPr>
          <p:cNvGrpSpPr/>
          <p:nvPr/>
        </p:nvGrpSpPr>
        <p:grpSpPr>
          <a:xfrm>
            <a:off x="5344716" y="3133591"/>
            <a:ext cx="3803504" cy="2498705"/>
            <a:chOff x="5344716" y="3133591"/>
            <a:chExt cx="3803504" cy="2498705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5437A8F-722E-BC70-CB5F-4B861D50B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4716" y="3147908"/>
              <a:ext cx="3803504" cy="2484388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72F91C4-DB7B-1CC2-DA6A-BC649E4211F4}"/>
                </a:ext>
              </a:extLst>
            </p:cNvPr>
            <p:cNvSpPr/>
            <p:nvPr/>
          </p:nvSpPr>
          <p:spPr>
            <a:xfrm>
              <a:off x="5344716" y="3133591"/>
              <a:ext cx="3803504" cy="352717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50001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0F4EB3-93D8-4C06-ADED-0A329243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전문가 진단 </a:t>
            </a:r>
            <a:r>
              <a:rPr lang="en-US" altLang="ko-KR" dirty="0"/>
              <a:t> </a:t>
            </a:r>
            <a:r>
              <a:rPr lang="en-US" altLang="ko-KR" b="0" dirty="0"/>
              <a:t>- </a:t>
            </a:r>
            <a:r>
              <a:rPr lang="ko-KR" altLang="en-US" b="0" dirty="0"/>
              <a:t>개선 방안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E5D141B-F47E-4265-8F69-D191722C665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altLang="ko-KR" dirty="0"/>
              <a:t>2.4.3   (</a:t>
            </a:r>
            <a:r>
              <a:rPr lang="ko-KR" altLang="en-US" dirty="0"/>
              <a:t>적절한 링크 텍스트</a:t>
            </a:r>
            <a:r>
              <a:rPr lang="en-US" altLang="ko-KR" dirty="0"/>
              <a:t>) </a:t>
            </a:r>
            <a:r>
              <a:rPr lang="ko-KR" altLang="en-US" dirty="0"/>
              <a:t>링크 텍스트는 용도나 목적을 이해할 수 있도록 제공해야 한다</a:t>
            </a:r>
            <a:r>
              <a:rPr lang="en-US" altLang="ko-KR" dirty="0"/>
              <a:t>.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A53606D2-C5A0-42E5-B1CF-5BBD4D5E5F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-</a:t>
            </a:r>
            <a:endParaRPr lang="ko-KR" altLang="en-US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E0B2CC00-062B-4B31-9F45-44F66D77E1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2129" y="2246825"/>
            <a:ext cx="4105275" cy="1214702"/>
          </a:xfrm>
        </p:spPr>
        <p:txBody>
          <a:bodyPr/>
          <a:lstStyle/>
          <a:p>
            <a:r>
              <a:rPr lang="ko-KR" altLang="en-US" dirty="0"/>
              <a:t>사용자와의 상호작용에 따라 상태가 변경되는 컨트롤 요소의 상태 정보를 시각적으로만 구분함</a:t>
            </a:r>
          </a:p>
          <a:p>
            <a:r>
              <a:rPr lang="ko-KR" altLang="en-US" dirty="0"/>
              <a:t>스크린 리더가 사용할 수 있는 형태로 링크의 상태에 관한 부가 설명을 제공해야 함</a:t>
            </a:r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4E6D37B3-9AAD-B66A-C48A-CB39AEF543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65556" y="813199"/>
            <a:ext cx="8224519" cy="208800"/>
          </a:xfrm>
        </p:spPr>
        <p:txBody>
          <a:bodyPr/>
          <a:lstStyle/>
          <a:p>
            <a:r>
              <a:rPr lang="ko-KR" altLang="en-US" dirty="0"/>
              <a:t>해외협력 </a:t>
            </a:r>
            <a:r>
              <a:rPr lang="en-US" altLang="ko-KR" dirty="0"/>
              <a:t>&gt; KSD</a:t>
            </a:r>
            <a:r>
              <a:rPr lang="ko-KR" altLang="en-US" dirty="0"/>
              <a:t>홍보관 </a:t>
            </a:r>
            <a:r>
              <a:rPr lang="en-US" altLang="ko-KR" dirty="0"/>
              <a:t>&gt; KSD</a:t>
            </a:r>
            <a:r>
              <a:rPr lang="ko-KR" altLang="en-US" dirty="0"/>
              <a:t>소개</a:t>
            </a:r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2CC0F3DF-CCB8-D65F-F7C0-E4EA8C0C72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5556" y="1022495"/>
            <a:ext cx="8224519" cy="208800"/>
          </a:xfrm>
        </p:spPr>
        <p:txBody>
          <a:bodyPr/>
          <a:lstStyle/>
          <a:p>
            <a:r>
              <a:rPr lang="en-US" altLang="ko-KR" dirty="0"/>
              <a:t>https://ksd.or.kr/ko/about-ksd/ksd-pr-hall/overseas-cooperation/mou-conclusion</a:t>
            </a:r>
            <a:endParaRPr lang="ko-KR" altLang="en-US" dirty="0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E4C00BD-6CA0-6846-AF07-DE64D649729E}"/>
              </a:ext>
            </a:extLst>
          </p:cNvPr>
          <p:cNvGrpSpPr/>
          <p:nvPr/>
        </p:nvGrpSpPr>
        <p:grpSpPr>
          <a:xfrm>
            <a:off x="5344716" y="3133591"/>
            <a:ext cx="3803504" cy="2498705"/>
            <a:chOff x="5344716" y="3133591"/>
            <a:chExt cx="3803504" cy="249870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0389B1A5-7D6E-FB3C-885B-52FE6C88A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44716" y="3147908"/>
              <a:ext cx="3803504" cy="2484388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AC812BA-E8F5-3D73-5048-58E3AEA3ED0F}"/>
                </a:ext>
              </a:extLst>
            </p:cNvPr>
            <p:cNvSpPr/>
            <p:nvPr/>
          </p:nvSpPr>
          <p:spPr>
            <a:xfrm>
              <a:off x="5344716" y="3133591"/>
              <a:ext cx="3803504" cy="352717"/>
            </a:xfrm>
            <a:prstGeom prst="rect">
              <a:avLst/>
            </a:prstGeom>
            <a:noFill/>
            <a:ln w="25400"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noAutofit/>
            </a:bodyPr>
            <a:lstStyle/>
            <a:p>
              <a:pPr algn="l" defTabSz="144000">
                <a:lnSpc>
                  <a:spcPct val="110000"/>
                </a:lnSpc>
              </a:pP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DC3644FB-C978-3F32-3669-AE38AD9D053C}"/>
              </a:ext>
            </a:extLst>
          </p:cNvPr>
          <p:cNvGrpSpPr/>
          <p:nvPr/>
        </p:nvGrpSpPr>
        <p:grpSpPr>
          <a:xfrm>
            <a:off x="633100" y="4874004"/>
            <a:ext cx="4104000" cy="1234405"/>
            <a:chOff x="631825" y="4319397"/>
            <a:chExt cx="4104000" cy="1234405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6D4A5CD-FC46-6EF1-B8F4-19FA4E6735BE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개선 방안 </a:t>
              </a: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CFF9FE5-B8C6-C605-B4DE-C074D77B87AA}"/>
                </a:ext>
              </a:extLst>
            </p:cNvPr>
            <p:cNvSpPr/>
            <p:nvPr/>
          </p:nvSpPr>
          <p:spPr>
            <a:xfrm>
              <a:off x="631825" y="4530600"/>
              <a:ext cx="4104000" cy="1023202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class="ant-menu item-3 text-center history-filter ant-menu-light ant-menu-root ant-menu-horizontal"&gt;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&lt;li class="ant-menu-item ant-menu-item-selected" </a:t>
              </a: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role="button" </a:t>
              </a:r>
              <a:r>
                <a:rPr lang="en-US" altLang="ko-KR" sz="800" b="1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tabindex</a:t>
              </a:r>
              <a:r>
                <a:rPr lang="en-US" altLang="ko-KR" sz="800" b="1" dirty="0">
                  <a:solidFill>
                    <a:schemeClr val="tx1"/>
                  </a:solidFill>
                  <a:latin typeface="Consolas" panose="020B0609020204030204" pitchFamily="49" charset="0"/>
                </a:rPr>
                <a:t>="0" 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title="</a:t>
              </a:r>
              <a:r>
                <a:rPr lang="ko-KR" altLang="en-US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선택됨</a:t>
              </a:r>
              <a:r>
                <a:rPr lang="en-US" altLang="ko-KR" sz="8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"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현재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~2014&lt;/li&gt;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B2958FB-74D9-68D3-18AE-0EFE6DC83C2B}"/>
              </a:ext>
            </a:extLst>
          </p:cNvPr>
          <p:cNvGrpSpPr/>
          <p:nvPr/>
        </p:nvGrpSpPr>
        <p:grpSpPr>
          <a:xfrm>
            <a:off x="622658" y="3444615"/>
            <a:ext cx="4104000" cy="1098983"/>
            <a:chOff x="631825" y="4319397"/>
            <a:chExt cx="4104000" cy="1098983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E171B5B-E46C-6CF8-E1B1-E888F5A4BD7B}"/>
                </a:ext>
              </a:extLst>
            </p:cNvPr>
            <p:cNvSpPr txBox="1"/>
            <p:nvPr/>
          </p:nvSpPr>
          <p:spPr>
            <a:xfrm>
              <a:off x="632129" y="4319397"/>
              <a:ext cx="1584567" cy="211203"/>
            </a:xfrm>
            <a:prstGeom prst="rect">
              <a:avLst/>
            </a:prstGeom>
            <a:noFill/>
          </p:spPr>
          <p:txBody>
            <a:bodyPr wrap="square" lIns="0" tIns="0" rIns="0" bIns="72000" rtlCol="0">
              <a:spAutoFit/>
            </a:bodyPr>
            <a:lstStyle/>
            <a:p>
              <a:pPr algn="l"/>
              <a:r>
                <a:rPr lang="ko-KR" altLang="en-US" sz="900" dirty="0"/>
                <a:t>문제점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A8601C6-34E6-2E35-5BF0-A69C961AA7AA}"/>
                </a:ext>
              </a:extLst>
            </p:cNvPr>
            <p:cNvSpPr/>
            <p:nvPr/>
          </p:nvSpPr>
          <p:spPr>
            <a:xfrm>
              <a:off x="631825" y="4530600"/>
              <a:ext cx="4104000" cy="887780"/>
            </a:xfrm>
            <a:prstGeom prst="rect">
              <a:avLst/>
            </a:prstGeom>
            <a:solidFill>
              <a:srgbClr val="F5F6F8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108000" rIns="144000" bIns="108000" rtlCol="0" anchor="t">
              <a:spAutoFit/>
            </a:bodyPr>
            <a:lstStyle/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&lt;</a:t>
              </a:r>
              <a:r>
                <a:rPr lang="en-US" altLang="ko-KR" sz="800" dirty="0" err="1">
                  <a:solidFill>
                    <a:schemeClr val="tx1"/>
                  </a:solidFill>
                  <a:latin typeface="Consolas" panose="020B0609020204030204" pitchFamily="49" charset="0"/>
                </a:rPr>
                <a:t>ul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class="ant-menu item-3 text-center history-filter ant-menu-light ant-menu-root ant-menu-horizontal"&gt;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...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&lt;li class="ant-menu-item ant-menu-item-selected"&gt;</a:t>
              </a:r>
              <a:r>
                <a:rPr lang="ko-KR" altLang="en-US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현재</a:t>
              </a: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~2014&lt;/li&gt;</a:t>
              </a:r>
            </a:p>
            <a:p>
              <a:pPr defTabSz="144000">
                <a:lnSpc>
                  <a:spcPct val="110000"/>
                </a:lnSpc>
              </a:pPr>
              <a:r>
                <a:rPr lang="en-US" altLang="ko-KR" sz="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86755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C54CF6D-D48E-4896-AAC0-AD83561D2272}"/>
              </a:ext>
            </a:extLst>
          </p:cNvPr>
          <p:cNvSpPr txBox="1"/>
          <p:nvPr/>
        </p:nvSpPr>
        <p:spPr>
          <a:xfrm>
            <a:off x="3462849" y="2705725"/>
            <a:ext cx="298030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800" dirty="0">
                <a:solidFill>
                  <a:schemeClr val="bg1">
                    <a:lumMod val="65000"/>
                  </a:schemeClr>
                </a:solidFill>
              </a:rPr>
              <a:t>E.O.D</a:t>
            </a:r>
            <a:endParaRPr lang="ko-KR" altLang="en-US" sz="8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1017164"/>
      </p:ext>
    </p:extLst>
  </p:cSld>
  <p:clrMapOvr>
    <a:masterClrMapping/>
  </p:clrMapOvr>
</p:sld>
</file>

<file path=ppt/theme/theme1.xml><?xml version="1.0" encoding="utf-8"?>
<a:theme xmlns:a="http://schemas.openxmlformats.org/drawingml/2006/main" name="웹 접근성 컨설팅_part1">
  <a:themeElements>
    <a:clrScheme name="SNC LAB">
      <a:dk1>
        <a:srgbClr val="000000"/>
      </a:dk1>
      <a:lt1>
        <a:srgbClr val="FFFFFF"/>
      </a:lt1>
      <a:dk2>
        <a:srgbClr val="003764"/>
      </a:dk2>
      <a:lt2>
        <a:srgbClr val="F2F2F2"/>
      </a:lt2>
      <a:accent1>
        <a:srgbClr val="0061B0"/>
      </a:accent1>
      <a:accent2>
        <a:srgbClr val="00B0F0"/>
      </a:accent2>
      <a:accent3>
        <a:srgbClr val="F37321"/>
      </a:accent3>
      <a:accent4>
        <a:srgbClr val="B06B00"/>
      </a:accent4>
      <a:accent5>
        <a:srgbClr val="D83933"/>
      </a:accent5>
      <a:accent6>
        <a:srgbClr val="067067"/>
      </a:accent6>
      <a:hlink>
        <a:srgbClr val="000080"/>
      </a:hlink>
      <a:folHlink>
        <a:srgbClr val="954F72"/>
      </a:folHlink>
    </a:clrScheme>
    <a:fontScheme name="Spoqa Han Sans Neo">
      <a:majorFont>
        <a:latin typeface="Spoqa Han Sans Neo Bold"/>
        <a:ea typeface="Spoqa Han Sans Neo Bold"/>
        <a:cs typeface=""/>
      </a:majorFont>
      <a:minorFont>
        <a:latin typeface="Spoqa Han Sans Neo Regular"/>
        <a:ea typeface="Spoqa Han Sans Neo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웹 접근성 컨설팅_part2">
  <a:themeElements>
    <a:clrScheme name="SNC LAB">
      <a:dk1>
        <a:srgbClr val="000000"/>
      </a:dk1>
      <a:lt1>
        <a:srgbClr val="FFFFFF"/>
      </a:lt1>
      <a:dk2>
        <a:srgbClr val="003764"/>
      </a:dk2>
      <a:lt2>
        <a:srgbClr val="F2F2F2"/>
      </a:lt2>
      <a:accent1>
        <a:srgbClr val="0061B0"/>
      </a:accent1>
      <a:accent2>
        <a:srgbClr val="00B0F0"/>
      </a:accent2>
      <a:accent3>
        <a:srgbClr val="F37321"/>
      </a:accent3>
      <a:accent4>
        <a:srgbClr val="B06B00"/>
      </a:accent4>
      <a:accent5>
        <a:srgbClr val="D83933"/>
      </a:accent5>
      <a:accent6>
        <a:srgbClr val="067067"/>
      </a:accent6>
      <a:hlink>
        <a:srgbClr val="000080"/>
      </a:hlink>
      <a:folHlink>
        <a:srgbClr val="954F72"/>
      </a:folHlink>
    </a:clrScheme>
    <a:fontScheme name="Spoqa Han Sans Neo">
      <a:majorFont>
        <a:latin typeface="Spoqa Han Sans Neo Bold"/>
        <a:ea typeface="Spoqa Han Sans Neo Bold"/>
        <a:cs typeface=""/>
      </a:majorFont>
      <a:minorFont>
        <a:latin typeface="Spoqa Han Sans Neo Regular"/>
        <a:ea typeface="Spoqa Han Sans Neo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5F6F8"/>
        </a:solidFill>
        <a:ln w="3175">
          <a:noFill/>
        </a:ln>
      </a:spPr>
      <a:bodyPr wrap="square" lIns="144000" tIns="108000" rIns="144000" bIns="108000" rtlCol="0" anchor="t">
        <a:spAutoFit/>
      </a:bodyPr>
      <a:lstStyle>
        <a:defPPr algn="l" defTabSz="144000">
          <a:lnSpc>
            <a:spcPct val="110000"/>
          </a:lnSpc>
          <a:defRPr sz="800" dirty="0" smtClean="0">
            <a:solidFill>
              <a:schemeClr val="tx1">
                <a:lumMod val="95000"/>
                <a:lumOff val="5000"/>
              </a:schemeClr>
            </a:solidFill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chemeClr val="accent5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72000" rtlCol="0">
        <a:spAutoFit/>
      </a:bodyPr>
      <a:lstStyle>
        <a:defPPr algn="l">
          <a:defRPr sz="9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18089</TotalTime>
  <Words>3681</Words>
  <Application>Microsoft Office PowerPoint</Application>
  <PresentationFormat>A4 용지(210x297mm)</PresentationFormat>
  <Paragraphs>449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28</vt:i4>
      </vt:variant>
    </vt:vector>
  </HeadingPairs>
  <TitlesOfParts>
    <vt:vector size="36" baseType="lpstr">
      <vt:lpstr>Spoqa Han Sans Neo Bold</vt:lpstr>
      <vt:lpstr>Spoqa Han Sans Neo Regular</vt:lpstr>
      <vt:lpstr>Arial</vt:lpstr>
      <vt:lpstr>Consolas</vt:lpstr>
      <vt:lpstr>Consolas</vt:lpstr>
      <vt:lpstr>맑은 고딕</vt:lpstr>
      <vt:lpstr>웹 접근성 컨설팅_part1</vt:lpstr>
      <vt:lpstr>웹 접근성 컨설팅_part2</vt:lpstr>
      <vt:lpstr>PowerPoint 프레젠테이션</vt:lpstr>
      <vt:lpstr>PowerPoint 프레젠테이션</vt:lpstr>
      <vt:lpstr>PowerPoint 프레젠테이션</vt:lpstr>
      <vt:lpstr>1. 진단 개요</vt:lpstr>
      <vt:lpstr>2. 진단 기준</vt:lpstr>
      <vt:lpstr>2. 진단 기준</vt:lpstr>
      <vt:lpstr>3. 진단 방법</vt:lpstr>
      <vt:lpstr>PowerPoint 프레젠테이션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1. 전문가 진단  - 개선 방안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 Giyeon</dc:creator>
  <cp:lastModifiedBy>김명호</cp:lastModifiedBy>
  <cp:revision>4532</cp:revision>
  <cp:lastPrinted>2021-01-31T23:42:00Z</cp:lastPrinted>
  <dcterms:created xsi:type="dcterms:W3CDTF">2020-06-17T00:04:22Z</dcterms:created>
  <dcterms:modified xsi:type="dcterms:W3CDTF">2024-01-29T07:53:59Z</dcterms:modified>
</cp:coreProperties>
</file>